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778495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0" y="803443"/>
            <a:ext cx="12192000" cy="6054557"/>
            <a:chOff x="0" y="803443"/>
            <a:chExt cx="12192000" cy="6054557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660400" y="803443"/>
              <a:ext cx="8595361" cy="4649001"/>
            </a:xfrm>
            <a:custGeom>
              <a:rect l="l" t="t" r="r" b="b"/>
              <a:pathLst>
                <a:path w="8595361" h="4649001">
                  <a:moveTo>
                    <a:pt x="193537" y="0"/>
                  </a:moveTo>
                  <a:lnTo>
                    <a:pt x="8401824" y="0"/>
                  </a:lnTo>
                  <a:cubicBezTo>
                    <a:pt x="8508712" y="0"/>
                    <a:pt x="8595361" y="86649"/>
                    <a:pt x="8595361" y="193537"/>
                  </a:cubicBezTo>
                  <a:lnTo>
                    <a:pt x="8595361" y="3906825"/>
                  </a:lnTo>
                  <a:cubicBezTo>
                    <a:pt x="8595361" y="4013713"/>
                    <a:pt x="8508712" y="4100362"/>
                    <a:pt x="8401824" y="4100362"/>
                  </a:cubicBezTo>
                  <a:lnTo>
                    <a:pt x="900925" y="4100362"/>
                  </a:lnTo>
                  <a:lnTo>
                    <a:pt x="462013" y="4649001"/>
                  </a:lnTo>
                  <a:lnTo>
                    <a:pt x="462013" y="4100362"/>
                  </a:lnTo>
                  <a:lnTo>
                    <a:pt x="193537" y="4100362"/>
                  </a:lnTo>
                  <a:cubicBezTo>
                    <a:pt x="86649" y="4100362"/>
                    <a:pt x="0" y="4013713"/>
                    <a:pt x="0" y="3906825"/>
                  </a:cubicBezTo>
                  <a:lnTo>
                    <a:pt x="0" y="193537"/>
                  </a:lnTo>
                  <a:cubicBezTo>
                    <a:pt x="0" y="86649"/>
                    <a:pt x="86649" y="0"/>
                    <a:pt x="19353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54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name="AutoShape 4" id="4"/>
            <p:cNvSpPr/>
            <p:nvPr/>
          </p:nvSpPr>
          <p:spPr>
            <a:xfrm flipH="false" flipV="false" rot="0">
              <a:off x="0" y="6134100"/>
              <a:ext cx="12192000" cy="723900"/>
            </a:xfrm>
            <a:custGeom>
              <a:rect l="l" t="t" r="r" b="b"/>
              <a:pathLst>
                <a:path w="12192000" h="723900">
                  <a:moveTo>
                    <a:pt x="0" y="0"/>
                  </a:moveTo>
                  <a:lnTo>
                    <a:pt x="12192000" y="0"/>
                  </a:lnTo>
                  <a:lnTo>
                    <a:pt x="12192000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2F2F2F">
                <a:alpha val="100000"/>
              </a:srgbClr>
            </a:solidFill>
            <a:ln w="12700">
              <a:solidFill>
                <a:srgbClr val="0B3D2E">
                  <a:alpha val="100000"/>
                  <a:shade val="15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name="Group 5" id="5"/>
            <p:cNvGrpSpPr/>
            <p:nvPr/>
          </p:nvGrpSpPr>
          <p:grpSpPr>
            <a:xfrm flipH="false" flipV="false" rot="0">
              <a:off x="4985886" y="1538839"/>
              <a:ext cx="7148375" cy="4945891"/>
              <a:chOff x="4985886" y="1538839"/>
              <a:chExt cx="7148375" cy="4945891"/>
            </a:xfrm>
          </p:grpSpPr>
          <p:sp>
            <p:nvSpPr>
              <p:cNvPr name="AutoShape 6" id="6"/>
              <p:cNvSpPr/>
              <p:nvPr/>
            </p:nvSpPr>
            <p:spPr>
              <a:xfrm flipH="false" flipV="false" rot="0">
                <a:off x="8736528" y="1778000"/>
                <a:ext cx="2010779" cy="2006346"/>
              </a:xfrm>
              <a:custGeom>
                <a:rect l="l" t="t" r="r" b="b"/>
                <a:pathLst>
                  <a:path w="1639233" h="1639233">
                    <a:moveTo>
                      <a:pt x="1639233" y="819617"/>
                    </a:moveTo>
                    <a:cubicBezTo>
                      <a:pt x="1639233" y="1272279"/>
                      <a:pt x="1272278" y="1639233"/>
                      <a:pt x="819617" y="1639233"/>
                    </a:cubicBezTo>
                    <a:cubicBezTo>
                      <a:pt x="366955" y="1639233"/>
                      <a:pt x="0" y="1272279"/>
                      <a:pt x="0" y="819617"/>
                    </a:cubicBezTo>
                    <a:cubicBezTo>
                      <a:pt x="0" y="366955"/>
                      <a:pt x="366955" y="0"/>
                      <a:pt x="819617" y="0"/>
                    </a:cubicBezTo>
                    <a:cubicBezTo>
                      <a:pt x="1272278" y="0"/>
                      <a:pt x="1639233" y="366955"/>
                      <a:pt x="1639233" y="819617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7" id="7"/>
              <p:cNvSpPr/>
              <p:nvPr/>
            </p:nvSpPr>
            <p:spPr>
              <a:xfrm flipH="false" flipV="false" rot="20820000">
                <a:off x="8548738" y="3272309"/>
                <a:ext cx="2010779" cy="2006346"/>
              </a:xfrm>
              <a:custGeom>
                <a:rect l="l" t="t" r="r" b="b"/>
                <a:pathLst>
                  <a:path w="1639233" h="1639233">
                    <a:moveTo>
                      <a:pt x="1638790" y="819145"/>
                    </a:moveTo>
                    <a:cubicBezTo>
                      <a:pt x="1638790" y="1271806"/>
                      <a:pt x="1271836" y="1638762"/>
                      <a:pt x="819173" y="1638762"/>
                    </a:cubicBezTo>
                    <a:cubicBezTo>
                      <a:pt x="366512" y="1638762"/>
                      <a:pt x="-444" y="1271807"/>
                      <a:pt x="-444" y="819145"/>
                    </a:cubicBezTo>
                    <a:cubicBezTo>
                      <a:pt x="-444" y="366483"/>
                      <a:pt x="366510" y="-473"/>
                      <a:pt x="819173" y="-473"/>
                    </a:cubicBezTo>
                    <a:cubicBezTo>
                      <a:pt x="1271834" y="-473"/>
                      <a:pt x="1638790" y="366482"/>
                      <a:pt x="1638790" y="81914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8" id="8"/>
              <p:cNvSpPr/>
              <p:nvPr/>
            </p:nvSpPr>
            <p:spPr>
              <a:xfrm flipH="false" flipV="false" rot="20100000">
                <a:off x="10272396" y="2991443"/>
                <a:ext cx="1222873" cy="1220177"/>
              </a:xfrm>
              <a:custGeom>
                <a:rect l="l" t="t" r="r" b="b"/>
                <a:pathLst>
                  <a:path w="996914" h="996914">
                    <a:moveTo>
                      <a:pt x="996471" y="497985"/>
                    </a:moveTo>
                    <a:cubicBezTo>
                      <a:pt x="996471" y="773276"/>
                      <a:pt x="773304" y="996443"/>
                      <a:pt x="498014" y="996443"/>
                    </a:cubicBezTo>
                    <a:cubicBezTo>
                      <a:pt x="222723" y="996443"/>
                      <a:pt x="-444" y="773276"/>
                      <a:pt x="-444" y="497985"/>
                    </a:cubicBezTo>
                    <a:cubicBezTo>
                      <a:pt x="-444" y="222695"/>
                      <a:pt x="222723" y="-472"/>
                      <a:pt x="498014" y="-472"/>
                    </a:cubicBezTo>
                    <a:cubicBezTo>
                      <a:pt x="773304" y="-472"/>
                      <a:pt x="996471" y="222695"/>
                      <a:pt x="996471" y="49798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9" id="9"/>
              <p:cNvSpPr/>
              <p:nvPr/>
            </p:nvSpPr>
            <p:spPr>
              <a:xfrm flipH="false" flipV="false" rot="0">
                <a:off x="5449616" y="2069605"/>
                <a:ext cx="6666358" cy="4389674"/>
              </a:xfrm>
              <a:custGeom>
                <a:rect l="l" t="t" r="r" b="b"/>
                <a:pathLst>
                  <a:path w="5434569" h="3586469">
                    <a:moveTo>
                      <a:pt x="5385578" y="2850987"/>
                    </a:moveTo>
                    <a:cubicBezTo>
                      <a:pt x="4993155" y="1990294"/>
                      <a:pt x="4538068" y="1005607"/>
                      <a:pt x="4538068" y="1005607"/>
                    </a:cubicBezTo>
                    <a:cubicBezTo>
                      <a:pt x="4516860" y="1005607"/>
                      <a:pt x="4495463" y="1008091"/>
                      <a:pt x="4474256" y="1010192"/>
                    </a:cubicBezTo>
                    <a:cubicBezTo>
                      <a:pt x="4285917" y="1028934"/>
                      <a:pt x="4105103" y="1093912"/>
                      <a:pt x="3947906" y="1199335"/>
                    </a:cubicBezTo>
                    <a:lnTo>
                      <a:pt x="3854098" y="818375"/>
                    </a:lnTo>
                    <a:cubicBezTo>
                      <a:pt x="3874905" y="826036"/>
                      <a:pt x="3897238" y="828673"/>
                      <a:pt x="3919248" y="826018"/>
                    </a:cubicBezTo>
                    <a:cubicBezTo>
                      <a:pt x="4023180" y="812835"/>
                      <a:pt x="4091195" y="684447"/>
                      <a:pt x="4069797" y="541731"/>
                    </a:cubicBezTo>
                    <a:cubicBezTo>
                      <a:pt x="4049355" y="409904"/>
                      <a:pt x="3954019" y="312467"/>
                      <a:pt x="3856964" y="323740"/>
                    </a:cubicBezTo>
                    <a:cubicBezTo>
                      <a:pt x="3786848" y="332146"/>
                      <a:pt x="3732780" y="392901"/>
                      <a:pt x="3711382" y="475244"/>
                    </a:cubicBezTo>
                    <a:cubicBezTo>
                      <a:pt x="3690176" y="219234"/>
                      <a:pt x="3529691" y="15762"/>
                      <a:pt x="3320488" y="478"/>
                    </a:cubicBezTo>
                    <a:cubicBezTo>
                      <a:pt x="3081863" y="-17290"/>
                      <a:pt x="2870176" y="216368"/>
                      <a:pt x="2847632" y="522243"/>
                    </a:cubicBezTo>
                    <a:cubicBezTo>
                      <a:pt x="2825088" y="828119"/>
                      <a:pt x="3000474" y="1090243"/>
                      <a:pt x="3238909" y="1107821"/>
                    </a:cubicBezTo>
                    <a:cubicBezTo>
                      <a:pt x="3263459" y="1109617"/>
                      <a:pt x="3288124" y="1108719"/>
                      <a:pt x="3312464" y="1105146"/>
                    </a:cubicBezTo>
                    <a:lnTo>
                      <a:pt x="3406270" y="1485914"/>
                    </a:lnTo>
                    <a:lnTo>
                      <a:pt x="3170894" y="1600546"/>
                    </a:lnTo>
                    <a:lnTo>
                      <a:pt x="3067343" y="1657861"/>
                    </a:lnTo>
                    <a:cubicBezTo>
                      <a:pt x="3048237" y="1668560"/>
                      <a:pt x="3029132" y="1680214"/>
                      <a:pt x="3011173" y="1692633"/>
                    </a:cubicBezTo>
                    <a:cubicBezTo>
                      <a:pt x="3015186" y="1697792"/>
                      <a:pt x="2622572" y="2684197"/>
                      <a:pt x="2622572" y="2684197"/>
                    </a:cubicBezTo>
                    <a:lnTo>
                      <a:pt x="1436516" y="2739030"/>
                    </a:lnTo>
                    <a:lnTo>
                      <a:pt x="859536" y="2361701"/>
                    </a:lnTo>
                    <a:cubicBezTo>
                      <a:pt x="796126" y="2319707"/>
                      <a:pt x="715808" y="2312523"/>
                      <a:pt x="645939" y="2342595"/>
                    </a:cubicBezTo>
                    <a:lnTo>
                      <a:pt x="116341" y="2574915"/>
                    </a:lnTo>
                    <a:lnTo>
                      <a:pt x="1709" y="2981857"/>
                    </a:lnTo>
                    <a:cubicBezTo>
                      <a:pt x="-6754" y="3011604"/>
                      <a:pt x="10497" y="3042555"/>
                      <a:pt x="40244" y="3051018"/>
                    </a:cubicBezTo>
                    <a:cubicBezTo>
                      <a:pt x="44677" y="3052280"/>
                      <a:pt x="49262" y="3052987"/>
                      <a:pt x="53867" y="3053121"/>
                    </a:cubicBezTo>
                    <a:lnTo>
                      <a:pt x="62082" y="3053121"/>
                    </a:lnTo>
                    <a:cubicBezTo>
                      <a:pt x="136038" y="3055566"/>
                      <a:pt x="207091" y="3024290"/>
                      <a:pt x="255237" y="2968102"/>
                    </a:cubicBezTo>
                    <a:lnTo>
                      <a:pt x="391457" y="3245510"/>
                    </a:lnTo>
                    <a:cubicBezTo>
                      <a:pt x="409416" y="3282307"/>
                      <a:pt x="453797" y="3297553"/>
                      <a:pt x="490595" y="3279594"/>
                    </a:cubicBezTo>
                    <a:cubicBezTo>
                      <a:pt x="492218" y="3278811"/>
                      <a:pt x="493823" y="3277951"/>
                      <a:pt x="495390" y="3277034"/>
                    </a:cubicBezTo>
                    <a:lnTo>
                      <a:pt x="502650" y="3272640"/>
                    </a:lnTo>
                    <a:cubicBezTo>
                      <a:pt x="521277" y="3306820"/>
                      <a:pt x="564112" y="3319429"/>
                      <a:pt x="598291" y="3300802"/>
                    </a:cubicBezTo>
                    <a:cubicBezTo>
                      <a:pt x="600755" y="3299444"/>
                      <a:pt x="603144" y="3297954"/>
                      <a:pt x="605436" y="3296331"/>
                    </a:cubicBezTo>
                    <a:lnTo>
                      <a:pt x="629509" y="3279136"/>
                    </a:lnTo>
                    <a:lnTo>
                      <a:pt x="647277" y="3279136"/>
                    </a:lnTo>
                    <a:cubicBezTo>
                      <a:pt x="665942" y="3280339"/>
                      <a:pt x="684666" y="3278390"/>
                      <a:pt x="702682" y="3273404"/>
                    </a:cubicBezTo>
                    <a:cubicBezTo>
                      <a:pt x="737263" y="3261712"/>
                      <a:pt x="755833" y="3224189"/>
                      <a:pt x="744141" y="3189609"/>
                    </a:cubicBezTo>
                    <a:cubicBezTo>
                      <a:pt x="741122" y="3180706"/>
                      <a:pt x="736231" y="3172529"/>
                      <a:pt x="729812" y="3165650"/>
                    </a:cubicBezTo>
                    <a:lnTo>
                      <a:pt x="695231" y="3127440"/>
                    </a:lnTo>
                    <a:lnTo>
                      <a:pt x="722552" y="3112538"/>
                    </a:lnTo>
                    <a:lnTo>
                      <a:pt x="997094" y="3253535"/>
                    </a:lnTo>
                    <a:cubicBezTo>
                      <a:pt x="1003781" y="3258503"/>
                      <a:pt x="1010660" y="3263469"/>
                      <a:pt x="1017537" y="3268055"/>
                    </a:cubicBezTo>
                    <a:cubicBezTo>
                      <a:pt x="1192732" y="3386890"/>
                      <a:pt x="1431357" y="3344477"/>
                      <a:pt x="1566240" y="3182082"/>
                    </a:cubicBezTo>
                    <a:lnTo>
                      <a:pt x="1592415" y="3150175"/>
                    </a:lnTo>
                    <a:lnTo>
                      <a:pt x="2913928" y="3272832"/>
                    </a:lnTo>
                    <a:lnTo>
                      <a:pt x="3442571" y="2483401"/>
                    </a:lnTo>
                    <a:lnTo>
                      <a:pt x="3607067" y="3035926"/>
                    </a:lnTo>
                    <a:lnTo>
                      <a:pt x="4697979" y="3536866"/>
                    </a:lnTo>
                    <a:cubicBezTo>
                      <a:pt x="5134152" y="3737281"/>
                      <a:pt x="5584846" y="3287924"/>
                      <a:pt x="5385578" y="285098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0" id="10"/>
              <p:cNvSpPr/>
              <p:nvPr/>
            </p:nvSpPr>
            <p:spPr>
              <a:xfrm flipH="false" flipV="false" rot="0">
                <a:off x="9231489" y="2058670"/>
                <a:ext cx="782750" cy="573142"/>
              </a:xfrm>
              <a:custGeom>
                <a:rect l="l" t="t" r="r" b="b"/>
                <a:pathLst>
                  <a:path w="638116" h="468271">
                    <a:moveTo>
                      <a:pt x="637674" y="437943"/>
                    </a:moveTo>
                    <a:cubicBezTo>
                      <a:pt x="633661" y="439662"/>
                      <a:pt x="629650" y="441573"/>
                      <a:pt x="625637" y="443102"/>
                    </a:cubicBezTo>
                    <a:cubicBezTo>
                      <a:pt x="396374" y="532896"/>
                      <a:pt x="118584" y="370119"/>
                      <a:pt x="3378" y="80101"/>
                    </a:cubicBezTo>
                    <a:cubicBezTo>
                      <a:pt x="2041" y="76853"/>
                      <a:pt x="894" y="73605"/>
                      <a:pt x="-443" y="70166"/>
                    </a:cubicBezTo>
                    <a:cubicBezTo>
                      <a:pt x="70114" y="19614"/>
                      <a:pt x="155934" y="-5090"/>
                      <a:pt x="242577" y="241"/>
                    </a:cubicBezTo>
                    <a:cubicBezTo>
                      <a:pt x="444520" y="14379"/>
                      <a:pt x="601947" y="198745"/>
                      <a:pt x="637674" y="437943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1" id="11"/>
              <p:cNvSpPr/>
              <p:nvPr/>
            </p:nvSpPr>
            <p:spPr>
              <a:xfrm flipH="false" flipV="false" rot="0">
                <a:off x="9501869" y="3056978"/>
                <a:ext cx="420042" cy="386379"/>
              </a:xfrm>
              <a:custGeom>
                <a:rect l="l" t="t" r="r" b="b"/>
                <a:pathLst>
                  <a:path w="342428" h="315681">
                    <a:moveTo>
                      <a:pt x="21201" y="315059"/>
                    </a:moveTo>
                    <a:cubicBezTo>
                      <a:pt x="10655" y="316377"/>
                      <a:pt x="1025" y="308888"/>
                      <a:pt x="-292" y="298342"/>
                    </a:cubicBezTo>
                    <a:cubicBezTo>
                      <a:pt x="-1611" y="287796"/>
                      <a:pt x="5879" y="278166"/>
                      <a:pt x="16425" y="276849"/>
                    </a:cubicBezTo>
                    <a:cubicBezTo>
                      <a:pt x="136788" y="245898"/>
                      <a:pt x="242058" y="148843"/>
                      <a:pt x="305488" y="10712"/>
                    </a:cubicBezTo>
                    <a:cubicBezTo>
                      <a:pt x="309863" y="1102"/>
                      <a:pt x="321192" y="-3120"/>
                      <a:pt x="330801" y="1255"/>
                    </a:cubicBezTo>
                    <a:cubicBezTo>
                      <a:pt x="340412" y="5630"/>
                      <a:pt x="344633" y="16959"/>
                      <a:pt x="340259" y="26570"/>
                    </a:cubicBezTo>
                    <a:cubicBezTo>
                      <a:pt x="272053" y="175208"/>
                      <a:pt x="157422" y="279905"/>
                      <a:pt x="25977" y="31314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2" id="12"/>
              <p:cNvSpPr/>
              <p:nvPr/>
            </p:nvSpPr>
            <p:spPr>
              <a:xfrm flipH="false" flipV="false" rot="0">
                <a:off x="8914161" y="2584734"/>
                <a:ext cx="157037" cy="127001"/>
              </a:xfrm>
              <a:custGeom>
                <a:rect l="l" t="t" r="r" b="b"/>
                <a:pathLst>
                  <a:path w="128020" h="103763">
                    <a:moveTo>
                      <a:pt x="125278" y="4507"/>
                    </a:moveTo>
                    <a:cubicBezTo>
                      <a:pt x="134639" y="16925"/>
                      <a:pt x="114579" y="47876"/>
                      <a:pt x="80380" y="73668"/>
                    </a:cubicBezTo>
                    <a:cubicBezTo>
                      <a:pt x="46182" y="99460"/>
                      <a:pt x="11219" y="110541"/>
                      <a:pt x="1858" y="98314"/>
                    </a:cubicBezTo>
                    <a:cubicBezTo>
                      <a:pt x="-7504" y="86086"/>
                      <a:pt x="12556" y="54945"/>
                      <a:pt x="46564" y="29153"/>
                    </a:cubicBezTo>
                    <a:cubicBezTo>
                      <a:pt x="80571" y="3360"/>
                      <a:pt x="115917" y="-7721"/>
                      <a:pt x="125278" y="4507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3" id="13"/>
              <p:cNvSpPr/>
              <p:nvPr/>
            </p:nvSpPr>
            <p:spPr>
              <a:xfrm flipH="false" flipV="false" rot="0">
                <a:off x="9303138" y="2554310"/>
                <a:ext cx="234952" cy="86990"/>
              </a:xfrm>
              <a:custGeom>
                <a:rect l="l" t="t" r="r" b="b"/>
                <a:pathLst>
                  <a:path w="191538" h="71073">
                    <a:moveTo>
                      <a:pt x="191044" y="43310"/>
                    </a:moveTo>
                    <a:cubicBezTo>
                      <a:pt x="189515" y="62416"/>
                      <a:pt x="145192" y="74070"/>
                      <a:pt x="92270" y="69676"/>
                    </a:cubicBezTo>
                    <a:cubicBezTo>
                      <a:pt x="39348" y="65281"/>
                      <a:pt x="-2110" y="45985"/>
                      <a:pt x="-391" y="26879"/>
                    </a:cubicBezTo>
                    <a:cubicBezTo>
                      <a:pt x="1329" y="7774"/>
                      <a:pt x="45462" y="-4071"/>
                      <a:pt x="98192" y="515"/>
                    </a:cubicBezTo>
                    <a:cubicBezTo>
                      <a:pt x="150923" y="5100"/>
                      <a:pt x="192764" y="24205"/>
                      <a:pt x="191044" y="43310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4" id="14"/>
              <p:cNvSpPr/>
              <p:nvPr/>
            </p:nvSpPr>
            <p:spPr>
              <a:xfrm flipH="false" flipV="false" rot="0">
                <a:off x="9142870" y="2645950"/>
                <a:ext cx="80602" cy="268745"/>
              </a:xfrm>
              <a:custGeom>
                <a:rect l="l" t="t" r="r" b="b"/>
                <a:pathLst>
                  <a:path w="65709" h="219571">
                    <a:moveTo>
                      <a:pt x="45437" y="219100"/>
                    </a:moveTo>
                    <a:cubicBezTo>
                      <a:pt x="41539" y="219100"/>
                      <a:pt x="37737" y="217895"/>
                      <a:pt x="34547" y="215660"/>
                    </a:cubicBezTo>
                    <a:cubicBezTo>
                      <a:pt x="10875" y="199020"/>
                      <a:pt x="-2326" y="171164"/>
                      <a:pt x="-225" y="142296"/>
                    </a:cubicBezTo>
                    <a:lnTo>
                      <a:pt x="9709" y="17156"/>
                    </a:lnTo>
                    <a:cubicBezTo>
                      <a:pt x="10531" y="6668"/>
                      <a:pt x="19664" y="-1185"/>
                      <a:pt x="30152" y="-420"/>
                    </a:cubicBezTo>
                    <a:cubicBezTo>
                      <a:pt x="40641" y="401"/>
                      <a:pt x="48493" y="9533"/>
                      <a:pt x="47729" y="20022"/>
                    </a:cubicBezTo>
                    <a:lnTo>
                      <a:pt x="37986" y="145352"/>
                    </a:lnTo>
                    <a:cubicBezTo>
                      <a:pt x="37088" y="160579"/>
                      <a:pt x="44366" y="175138"/>
                      <a:pt x="57091" y="183563"/>
                    </a:cubicBezTo>
                    <a:cubicBezTo>
                      <a:pt x="65746" y="189601"/>
                      <a:pt x="67866" y="201503"/>
                      <a:pt x="61829" y="210158"/>
                    </a:cubicBezTo>
                    <a:cubicBezTo>
                      <a:pt x="58217" y="215336"/>
                      <a:pt x="52314" y="218373"/>
                      <a:pt x="46009" y="21833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5" id="15"/>
              <p:cNvSpPr/>
              <p:nvPr/>
            </p:nvSpPr>
            <p:spPr>
              <a:xfrm flipH="false" flipV="false" rot="0">
                <a:off x="9202763" y="2942746"/>
                <a:ext cx="155571" cy="79575"/>
              </a:xfrm>
              <a:custGeom>
                <a:rect l="l" t="t" r="r" b="b"/>
                <a:pathLst>
                  <a:path w="126825" h="65015">
                    <a:moveTo>
                      <a:pt x="59084" y="64495"/>
                    </a:moveTo>
                    <a:cubicBezTo>
                      <a:pt x="42788" y="64170"/>
                      <a:pt x="26739" y="60521"/>
                      <a:pt x="11895" y="53796"/>
                    </a:cubicBezTo>
                    <a:cubicBezTo>
                      <a:pt x="2037" y="50052"/>
                      <a:pt x="-2931" y="39028"/>
                      <a:pt x="795" y="29170"/>
                    </a:cubicBezTo>
                    <a:cubicBezTo>
                      <a:pt x="4539" y="19292"/>
                      <a:pt x="15562" y="14325"/>
                      <a:pt x="25440" y="18069"/>
                    </a:cubicBezTo>
                    <a:cubicBezTo>
                      <a:pt x="25899" y="18241"/>
                      <a:pt x="26357" y="18432"/>
                      <a:pt x="26796" y="18642"/>
                    </a:cubicBezTo>
                    <a:cubicBezTo>
                      <a:pt x="75325" y="39276"/>
                      <a:pt x="89271" y="11956"/>
                      <a:pt x="89844" y="10809"/>
                    </a:cubicBezTo>
                    <a:cubicBezTo>
                      <a:pt x="94162" y="1180"/>
                      <a:pt x="105473" y="-3118"/>
                      <a:pt x="115101" y="1218"/>
                    </a:cubicBezTo>
                    <a:cubicBezTo>
                      <a:pt x="124731" y="5536"/>
                      <a:pt x="129029" y="16846"/>
                      <a:pt x="124692" y="26476"/>
                    </a:cubicBezTo>
                    <a:cubicBezTo>
                      <a:pt x="124558" y="26800"/>
                      <a:pt x="124405" y="27106"/>
                      <a:pt x="124234" y="27431"/>
                    </a:cubicBezTo>
                    <a:cubicBezTo>
                      <a:pt x="111300" y="51121"/>
                      <a:pt x="86061" y="65489"/>
                      <a:pt x="59084" y="6449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6" id="16"/>
              <p:cNvSpPr/>
              <p:nvPr/>
            </p:nvSpPr>
            <p:spPr>
              <a:xfrm flipH="false" flipV="false" rot="0">
                <a:off x="10090477" y="2532234"/>
                <a:ext cx="177240" cy="264146"/>
              </a:xfrm>
              <a:custGeom>
                <a:rect l="l" t="t" r="r" b="b"/>
                <a:pathLst>
                  <a:path w="144490" h="215814">
                    <a:moveTo>
                      <a:pt x="25101" y="215337"/>
                    </a:moveTo>
                    <a:cubicBezTo>
                      <a:pt x="15986" y="215565"/>
                      <a:pt x="8001" y="209318"/>
                      <a:pt x="5995" y="200434"/>
                    </a:cubicBezTo>
                    <a:cubicBezTo>
                      <a:pt x="-7035" y="154161"/>
                      <a:pt x="-100" y="104564"/>
                      <a:pt x="25101" y="63640"/>
                    </a:cubicBezTo>
                    <a:cubicBezTo>
                      <a:pt x="48122" y="31027"/>
                      <a:pt x="82549" y="8254"/>
                      <a:pt x="121582" y="-172"/>
                    </a:cubicBezTo>
                    <a:cubicBezTo>
                      <a:pt x="131975" y="-2024"/>
                      <a:pt x="141891" y="4892"/>
                      <a:pt x="143744" y="15284"/>
                    </a:cubicBezTo>
                    <a:cubicBezTo>
                      <a:pt x="143744" y="15284"/>
                      <a:pt x="143744" y="15304"/>
                      <a:pt x="143744" y="15304"/>
                    </a:cubicBezTo>
                    <a:cubicBezTo>
                      <a:pt x="145597" y="25640"/>
                      <a:pt x="138776" y="35536"/>
                      <a:pt x="128460" y="37466"/>
                    </a:cubicBezTo>
                    <a:cubicBezTo>
                      <a:pt x="99496" y="44095"/>
                      <a:pt x="73952" y="61080"/>
                      <a:pt x="56624" y="85229"/>
                    </a:cubicBezTo>
                    <a:cubicBezTo>
                      <a:pt x="37919" y="117651"/>
                      <a:pt x="33353" y="156339"/>
                      <a:pt x="44015" y="192219"/>
                    </a:cubicBezTo>
                    <a:cubicBezTo>
                      <a:pt x="46269" y="202497"/>
                      <a:pt x="39773" y="212680"/>
                      <a:pt x="29494" y="214954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7" id="17"/>
              <p:cNvSpPr/>
              <p:nvPr/>
            </p:nvSpPr>
            <p:spPr>
              <a:xfrm flipH="false" flipV="false" rot="0">
                <a:off x="8983540" y="2753346"/>
                <a:ext cx="64915" cy="99849"/>
              </a:xfrm>
              <a:custGeom>
                <a:rect l="l" t="t" r="r" b="b"/>
                <a:pathLst>
                  <a:path w="52920" h="81579">
                    <a:moveTo>
                      <a:pt x="52478" y="40223"/>
                    </a:moveTo>
                    <a:cubicBezTo>
                      <a:pt x="52478" y="62767"/>
                      <a:pt x="40633" y="81108"/>
                      <a:pt x="26112" y="81108"/>
                    </a:cubicBezTo>
                    <a:cubicBezTo>
                      <a:pt x="11593" y="81108"/>
                      <a:pt x="-443" y="62003"/>
                      <a:pt x="-443" y="40223"/>
                    </a:cubicBezTo>
                    <a:cubicBezTo>
                      <a:pt x="-443" y="18442"/>
                      <a:pt x="11402" y="-472"/>
                      <a:pt x="26112" y="-472"/>
                    </a:cubicBezTo>
                    <a:cubicBezTo>
                      <a:pt x="40824" y="-472"/>
                      <a:pt x="52478" y="17679"/>
                      <a:pt x="52478" y="40223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8" id="18"/>
              <p:cNvSpPr/>
              <p:nvPr/>
            </p:nvSpPr>
            <p:spPr>
              <a:xfrm flipH="false" flipV="false" rot="0">
                <a:off x="9359682" y="2700732"/>
                <a:ext cx="64917" cy="100083"/>
              </a:xfrm>
              <a:custGeom>
                <a:rect l="l" t="t" r="r" b="b"/>
                <a:pathLst>
                  <a:path w="52922" h="81770">
                    <a:moveTo>
                      <a:pt x="52479" y="40414"/>
                    </a:moveTo>
                    <a:cubicBezTo>
                      <a:pt x="52479" y="62958"/>
                      <a:pt x="40634" y="81298"/>
                      <a:pt x="25922" y="81298"/>
                    </a:cubicBezTo>
                    <a:cubicBezTo>
                      <a:pt x="11211" y="81298"/>
                      <a:pt x="-443" y="62193"/>
                      <a:pt x="-443" y="40414"/>
                    </a:cubicBezTo>
                    <a:cubicBezTo>
                      <a:pt x="-443" y="18634"/>
                      <a:pt x="11402" y="-472"/>
                      <a:pt x="25922" y="-472"/>
                    </a:cubicBezTo>
                    <a:cubicBezTo>
                      <a:pt x="40443" y="-472"/>
                      <a:pt x="52479" y="17870"/>
                      <a:pt x="52479" y="40414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9" id="19"/>
              <p:cNvSpPr/>
              <p:nvPr/>
            </p:nvSpPr>
            <p:spPr>
              <a:xfrm flipH="false" flipV="false" rot="0">
                <a:off x="5368357" y="5336109"/>
                <a:ext cx="734941" cy="741740"/>
              </a:xfrm>
              <a:custGeom>
                <a:rect l="l" t="t" r="r" b="b"/>
                <a:pathLst>
                  <a:path w="599141" h="606019">
                    <a:moveTo>
                      <a:pt x="88649" y="435409"/>
                    </a:moveTo>
                    <a:lnTo>
                      <a:pt x="429678" y="90559"/>
                    </a:lnTo>
                    <a:lnTo>
                      <a:pt x="599142" y="0"/>
                    </a:lnTo>
                    <a:lnTo>
                      <a:pt x="510493" y="170610"/>
                    </a:lnTo>
                    <a:lnTo>
                      <a:pt x="169464" y="515270"/>
                    </a:lnTo>
                    <a:lnTo>
                      <a:pt x="0" y="606020"/>
                    </a:lnTo>
                    <a:lnTo>
                      <a:pt x="88649" y="435409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0" id="20"/>
              <p:cNvSpPr/>
              <p:nvPr/>
            </p:nvSpPr>
            <p:spPr>
              <a:xfrm flipH="false" flipV="false" rot="0">
                <a:off x="5312579" y="5279752"/>
                <a:ext cx="846495" cy="853984"/>
              </a:xfrm>
              <a:custGeom>
                <a:rect l="l" t="t" r="r" b="b"/>
                <a:pathLst>
                  <a:path w="690082" h="697725">
                    <a:moveTo>
                      <a:pt x="598698" y="91616"/>
                    </a:moveTo>
                    <a:lnTo>
                      <a:pt x="539854" y="204719"/>
                    </a:lnTo>
                    <a:lnTo>
                      <a:pt x="203028" y="545366"/>
                    </a:lnTo>
                    <a:lnTo>
                      <a:pt x="90498" y="605549"/>
                    </a:lnTo>
                    <a:lnTo>
                      <a:pt x="149342" y="492446"/>
                    </a:lnTo>
                    <a:lnTo>
                      <a:pt x="486169" y="151607"/>
                    </a:lnTo>
                    <a:lnTo>
                      <a:pt x="598698" y="91616"/>
                    </a:lnTo>
                    <a:close/>
                    <a:moveTo>
                      <a:pt x="689640" y="-280"/>
                    </a:moveTo>
                    <a:lnTo>
                      <a:pt x="463051" y="120656"/>
                    </a:lnTo>
                    <a:lnTo>
                      <a:pt x="118010" y="469519"/>
                    </a:lnTo>
                    <a:lnTo>
                      <a:pt x="-443" y="697254"/>
                    </a:lnTo>
                    <a:lnTo>
                      <a:pt x="226145" y="576126"/>
                    </a:lnTo>
                    <a:lnTo>
                      <a:pt x="570996" y="227264"/>
                    </a:lnTo>
                    <a:lnTo>
                      <a:pt x="689640" y="-472"/>
                    </a:ln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1" id="21"/>
              <p:cNvSpPr/>
              <p:nvPr/>
            </p:nvSpPr>
            <p:spPr>
              <a:xfrm flipH="false" flipV="false" rot="2640000">
                <a:off x="6235999" y="4002624"/>
                <a:ext cx="186697" cy="2176213"/>
              </a:xfrm>
              <a:custGeom>
                <a:rect l="l" t="t" r="r" b="b"/>
                <a:pathLst>
                  <a:path w="152200" h="1778018">
                    <a:moveTo>
                      <a:pt x="-442" y="-474"/>
                    </a:moveTo>
                    <a:lnTo>
                      <a:pt x="151758" y="-474"/>
                    </a:lnTo>
                    <a:lnTo>
                      <a:pt x="151758" y="1777545"/>
                    </a:lnTo>
                    <a:lnTo>
                      <a:pt x="-442" y="1777545"/>
                    </a:ln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2" id="22"/>
              <p:cNvSpPr/>
              <p:nvPr/>
            </p:nvSpPr>
            <p:spPr>
              <a:xfrm flipH="false" flipV="false" rot="0">
                <a:off x="5737058" y="5334705"/>
                <a:ext cx="1345382" cy="679087"/>
              </a:xfrm>
              <a:custGeom>
                <a:rect l="l" t="t" r="r" b="b"/>
                <a:pathLst>
                  <a:path w="1096786" h="554830">
                    <a:moveTo>
                      <a:pt x="675263" y="-472"/>
                    </a:moveTo>
                    <a:lnTo>
                      <a:pt x="137067" y="-472"/>
                    </a:lnTo>
                    <a:cubicBezTo>
                      <a:pt x="99735" y="-492"/>
                      <a:pt x="64008" y="14678"/>
                      <a:pt x="38102" y="41560"/>
                    </a:cubicBezTo>
                    <a:lnTo>
                      <a:pt x="38102" y="41560"/>
                    </a:lnTo>
                    <a:cubicBezTo>
                      <a:pt x="-9069" y="90431"/>
                      <a:pt x="-13463" y="166431"/>
                      <a:pt x="27785" y="220385"/>
                    </a:cubicBezTo>
                    <a:lnTo>
                      <a:pt x="37529" y="233186"/>
                    </a:lnTo>
                    <a:cubicBezTo>
                      <a:pt x="63531" y="267269"/>
                      <a:pt x="103938" y="287272"/>
                      <a:pt x="146811" y="287254"/>
                    </a:cubicBezTo>
                    <a:lnTo>
                      <a:pt x="433390" y="287254"/>
                    </a:lnTo>
                    <a:cubicBezTo>
                      <a:pt x="560574" y="287234"/>
                      <a:pt x="681816" y="341035"/>
                      <a:pt x="767159" y="435320"/>
                    </a:cubicBezTo>
                    <a:lnTo>
                      <a:pt x="767159" y="435320"/>
                    </a:lnTo>
                    <a:cubicBezTo>
                      <a:pt x="836684" y="511912"/>
                      <a:pt x="935592" y="555225"/>
                      <a:pt x="1039028" y="554345"/>
                    </a:cubicBezTo>
                    <a:lnTo>
                      <a:pt x="1096344" y="554345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3" id="23"/>
              <p:cNvSpPr/>
              <p:nvPr/>
            </p:nvSpPr>
            <p:spPr>
              <a:xfrm flipH="false" flipV="false" rot="0">
                <a:off x="5713368" y="5311321"/>
                <a:ext cx="1392975" cy="726541"/>
              </a:xfrm>
              <a:custGeom>
                <a:rect l="l" t="t" r="r" b="b"/>
                <a:pathLst>
                  <a:path w="1135585" h="593601">
                    <a:moveTo>
                      <a:pt x="1054710" y="592556"/>
                    </a:moveTo>
                    <a:cubicBezTo>
                      <a:pt x="947070" y="592442"/>
                      <a:pt x="844475" y="546932"/>
                      <a:pt x="772142" y="467225"/>
                    </a:cubicBezTo>
                    <a:cubicBezTo>
                      <a:pt x="690353" y="377010"/>
                      <a:pt x="574288" y="325540"/>
                      <a:pt x="452511" y="325464"/>
                    </a:cubicBezTo>
                    <a:lnTo>
                      <a:pt x="165932" y="325464"/>
                    </a:lnTo>
                    <a:cubicBezTo>
                      <a:pt x="117099" y="325312"/>
                      <a:pt x="71094" y="302519"/>
                      <a:pt x="41366" y="263754"/>
                    </a:cubicBezTo>
                    <a:lnTo>
                      <a:pt x="31622" y="251145"/>
                    </a:lnTo>
                    <a:cubicBezTo>
                      <a:pt x="-20822" y="182328"/>
                      <a:pt x="-7544" y="84030"/>
                      <a:pt x="61273" y="31587"/>
                    </a:cubicBezTo>
                    <a:cubicBezTo>
                      <a:pt x="88556" y="10800"/>
                      <a:pt x="121895" y="-453"/>
                      <a:pt x="156188" y="-472"/>
                    </a:cubicBezTo>
                    <a:lnTo>
                      <a:pt x="694384" y="-472"/>
                    </a:lnTo>
                    <a:cubicBezTo>
                      <a:pt x="704930" y="-472"/>
                      <a:pt x="713490" y="8087"/>
                      <a:pt x="713490" y="18634"/>
                    </a:cubicBezTo>
                    <a:cubicBezTo>
                      <a:pt x="713490" y="29180"/>
                      <a:pt x="704930" y="37739"/>
                      <a:pt x="694384" y="37739"/>
                    </a:cubicBezTo>
                    <a:lnTo>
                      <a:pt x="156379" y="37739"/>
                    </a:lnTo>
                    <a:cubicBezTo>
                      <a:pt x="124263" y="37815"/>
                      <a:pt x="93561" y="50826"/>
                      <a:pt x="71170" y="73847"/>
                    </a:cubicBezTo>
                    <a:cubicBezTo>
                      <a:pt x="30323" y="115879"/>
                      <a:pt x="26502" y="181525"/>
                      <a:pt x="62191" y="228027"/>
                    </a:cubicBezTo>
                    <a:lnTo>
                      <a:pt x="71934" y="240637"/>
                    </a:lnTo>
                    <a:cubicBezTo>
                      <a:pt x="94421" y="269924"/>
                      <a:pt x="129193" y="287138"/>
                      <a:pt x="166123" y="287254"/>
                    </a:cubicBezTo>
                    <a:lnTo>
                      <a:pt x="452703" y="287254"/>
                    </a:lnTo>
                    <a:cubicBezTo>
                      <a:pt x="585542" y="287330"/>
                      <a:pt x="712133" y="343633"/>
                      <a:pt x="801183" y="442197"/>
                    </a:cubicBezTo>
                    <a:cubicBezTo>
                      <a:pt x="867115" y="514644"/>
                      <a:pt x="960770" y="555626"/>
                      <a:pt x="1058722" y="554919"/>
                    </a:cubicBezTo>
                    <a:lnTo>
                      <a:pt x="1116037" y="554919"/>
                    </a:lnTo>
                    <a:lnTo>
                      <a:pt x="1116037" y="554919"/>
                    </a:lnTo>
                    <a:cubicBezTo>
                      <a:pt x="1126584" y="554919"/>
                      <a:pt x="1135143" y="563478"/>
                      <a:pt x="1135143" y="574024"/>
                    </a:cubicBezTo>
                    <a:cubicBezTo>
                      <a:pt x="1135143" y="584570"/>
                      <a:pt x="1126584" y="593130"/>
                      <a:pt x="1116037" y="593130"/>
                    </a:cubicBezTo>
                    <a:lnTo>
                      <a:pt x="1058722" y="593130"/>
                    </a:ln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4" id="24"/>
              <p:cNvSpPr/>
              <p:nvPr/>
            </p:nvSpPr>
            <p:spPr>
              <a:xfrm flipH="false" flipV="false" rot="0">
                <a:off x="6046818" y="5677046"/>
                <a:ext cx="90162" cy="409922"/>
              </a:xfrm>
              <a:custGeom>
                <a:rect l="l" t="t" r="r" b="b"/>
                <a:pathLst>
                  <a:path w="73502" h="334916">
                    <a:moveTo>
                      <a:pt x="33564" y="334444"/>
                    </a:moveTo>
                    <a:lnTo>
                      <a:pt x="-443" y="316677"/>
                    </a:lnTo>
                    <a:cubicBezTo>
                      <a:pt x="34309" y="249847"/>
                      <a:pt x="43748" y="172699"/>
                      <a:pt x="26114" y="99450"/>
                    </a:cubicBezTo>
                    <a:lnTo>
                      <a:pt x="4333" y="8508"/>
                    </a:lnTo>
                    <a:lnTo>
                      <a:pt x="41398" y="-472"/>
                    </a:lnTo>
                    <a:lnTo>
                      <a:pt x="63369" y="90661"/>
                    </a:lnTo>
                    <a:cubicBezTo>
                      <a:pt x="83085" y="172852"/>
                      <a:pt x="72501" y="259418"/>
                      <a:pt x="33564" y="334444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5" id="25"/>
              <p:cNvSpPr/>
              <p:nvPr/>
            </p:nvSpPr>
            <p:spPr>
              <a:xfrm flipH="false" flipV="false" rot="0">
                <a:off x="6099782" y="5824600"/>
                <a:ext cx="146237" cy="260262"/>
              </a:xfrm>
              <a:custGeom>
                <a:rect l="l" t="t" r="r" b="b"/>
                <a:pathLst>
                  <a:path w="119216" h="212640">
                    <a:moveTo>
                      <a:pt x="81328" y="212169"/>
                    </a:moveTo>
                    <a:cubicBezTo>
                      <a:pt x="74450" y="131545"/>
                      <a:pt x="64515" y="71363"/>
                      <a:pt x="-443" y="32389"/>
                    </a:cubicBezTo>
                    <a:lnTo>
                      <a:pt x="18662" y="-472"/>
                    </a:lnTo>
                    <a:cubicBezTo>
                      <a:pt x="98905" y="47864"/>
                      <a:pt x="111514" y="122948"/>
                      <a:pt x="118774" y="209686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6" id="26"/>
              <p:cNvSpPr/>
              <p:nvPr/>
            </p:nvSpPr>
            <p:spPr>
              <a:xfrm flipH="false" flipV="false" rot="0">
                <a:off x="6175245" y="5859867"/>
                <a:ext cx="141785" cy="58501"/>
              </a:xfrm>
              <a:custGeom>
                <a:rect l="l" t="t" r="r" b="b"/>
                <a:pathLst>
                  <a:path w="115586" h="47797">
                    <a:moveTo>
                      <a:pt x="93555" y="47326"/>
                    </a:moveTo>
                    <a:cubicBezTo>
                      <a:pt x="71584" y="32233"/>
                      <a:pt x="23439" y="38920"/>
                      <a:pt x="8155" y="42550"/>
                    </a:cubicBezTo>
                    <a:lnTo>
                      <a:pt x="-443" y="5296"/>
                    </a:lnTo>
                    <a:cubicBezTo>
                      <a:pt x="7199" y="3384"/>
                      <a:pt x="75978" y="-11517"/>
                      <a:pt x="115144" y="15803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7" id="27"/>
              <p:cNvSpPr/>
              <p:nvPr/>
            </p:nvSpPr>
            <p:spPr>
              <a:xfrm flipH="false" flipV="false" rot="0">
                <a:off x="8517404" y="3300998"/>
                <a:ext cx="3598570" cy="3158281"/>
              </a:xfrm>
              <a:custGeom>
                <a:rect l="l" t="t" r="r" b="b"/>
                <a:pathLst>
                  <a:path w="2933637" h="2580391">
                    <a:moveTo>
                      <a:pt x="2884646" y="1844908"/>
                    </a:moveTo>
                    <a:cubicBezTo>
                      <a:pt x="2492223" y="984215"/>
                      <a:pt x="2037136" y="-472"/>
                      <a:pt x="2037136" y="-472"/>
                    </a:cubicBezTo>
                    <a:cubicBezTo>
                      <a:pt x="2015928" y="-472"/>
                      <a:pt x="1994530" y="2012"/>
                      <a:pt x="1973324" y="4113"/>
                    </a:cubicBezTo>
                    <a:cubicBezTo>
                      <a:pt x="1879536" y="13552"/>
                      <a:pt x="1787277" y="34473"/>
                      <a:pt x="1698590" y="66397"/>
                    </a:cubicBezTo>
                    <a:cubicBezTo>
                      <a:pt x="1635542" y="559313"/>
                      <a:pt x="1399210" y="926135"/>
                      <a:pt x="1117216" y="926135"/>
                    </a:cubicBezTo>
                    <a:cubicBezTo>
                      <a:pt x="948899" y="926135"/>
                      <a:pt x="796820" y="795646"/>
                      <a:pt x="688111" y="585678"/>
                    </a:cubicBezTo>
                    <a:lnTo>
                      <a:pt x="669006" y="594658"/>
                    </a:lnTo>
                    <a:lnTo>
                      <a:pt x="565455" y="651974"/>
                    </a:lnTo>
                    <a:cubicBezTo>
                      <a:pt x="546350" y="662673"/>
                      <a:pt x="527245" y="674327"/>
                      <a:pt x="509286" y="686746"/>
                    </a:cubicBezTo>
                    <a:cubicBezTo>
                      <a:pt x="513298" y="691904"/>
                      <a:pt x="120685" y="1678310"/>
                      <a:pt x="120685" y="1678310"/>
                    </a:cubicBezTo>
                    <a:lnTo>
                      <a:pt x="-443" y="1683851"/>
                    </a:lnTo>
                    <a:lnTo>
                      <a:pt x="-443" y="2228924"/>
                    </a:lnTo>
                    <a:lnTo>
                      <a:pt x="412422" y="2267135"/>
                    </a:lnTo>
                    <a:lnTo>
                      <a:pt x="941638" y="1477323"/>
                    </a:lnTo>
                    <a:lnTo>
                      <a:pt x="1106135" y="2029847"/>
                    </a:lnTo>
                    <a:lnTo>
                      <a:pt x="2197047" y="2530787"/>
                    </a:lnTo>
                    <a:cubicBezTo>
                      <a:pt x="2633220" y="2731203"/>
                      <a:pt x="3083914" y="2281846"/>
                      <a:pt x="2884646" y="1844908"/>
                    </a:cubicBezTo>
                    <a:close/>
                  </a:path>
                </a:pathLst>
              </a:cu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8" id="28"/>
              <p:cNvSpPr/>
              <p:nvPr/>
            </p:nvSpPr>
            <p:spPr>
              <a:xfrm flipH="false" flipV="false" rot="0">
                <a:off x="5427825" y="2046350"/>
                <a:ext cx="6706436" cy="4438380"/>
              </a:xfrm>
              <a:custGeom>
                <a:rect l="l" t="t" r="r" b="b"/>
                <a:pathLst>
                  <a:path w="5467241" h="3626263">
                    <a:moveTo>
                      <a:pt x="4936218" y="3624454"/>
                    </a:moveTo>
                    <a:cubicBezTo>
                      <a:pt x="4856989" y="3624187"/>
                      <a:pt x="4778771" y="3606725"/>
                      <a:pt x="4706955" y="3573252"/>
                    </a:cubicBezTo>
                    <a:lnTo>
                      <a:pt x="3616616" y="3071548"/>
                    </a:lnTo>
                    <a:cubicBezTo>
                      <a:pt x="3611591" y="3069217"/>
                      <a:pt x="3607827" y="3064823"/>
                      <a:pt x="3606299" y="3059511"/>
                    </a:cubicBezTo>
                    <a:lnTo>
                      <a:pt x="3453457" y="2545961"/>
                    </a:lnTo>
                    <a:lnTo>
                      <a:pt x="2947931" y="3301766"/>
                    </a:lnTo>
                    <a:cubicBezTo>
                      <a:pt x="2944053" y="3307574"/>
                      <a:pt x="2937309" y="3310783"/>
                      <a:pt x="2930354" y="3310172"/>
                    </a:cubicBezTo>
                    <a:lnTo>
                      <a:pt x="1618968" y="3188472"/>
                    </a:lnTo>
                    <a:lnTo>
                      <a:pt x="1599862" y="3212353"/>
                    </a:lnTo>
                    <a:cubicBezTo>
                      <a:pt x="1457528" y="3384301"/>
                      <a:pt x="1205338" y="3423849"/>
                      <a:pt x="1025749" y="3302148"/>
                    </a:cubicBezTo>
                    <a:lnTo>
                      <a:pt x="1006644" y="3288011"/>
                    </a:lnTo>
                    <a:lnTo>
                      <a:pt x="774514" y="3169366"/>
                    </a:lnTo>
                    <a:cubicBezTo>
                      <a:pt x="787639" y="3193592"/>
                      <a:pt x="790658" y="3222020"/>
                      <a:pt x="782920" y="3248463"/>
                    </a:cubicBezTo>
                    <a:cubicBezTo>
                      <a:pt x="776501" y="3277044"/>
                      <a:pt x="755867" y="3300333"/>
                      <a:pt x="728279" y="3310172"/>
                    </a:cubicBezTo>
                    <a:cubicBezTo>
                      <a:pt x="708200" y="3316019"/>
                      <a:pt x="687241" y="3318292"/>
                      <a:pt x="666378" y="3316860"/>
                    </a:cubicBezTo>
                    <a:lnTo>
                      <a:pt x="655297" y="3316860"/>
                    </a:lnTo>
                    <a:lnTo>
                      <a:pt x="636192" y="3330233"/>
                    </a:lnTo>
                    <a:cubicBezTo>
                      <a:pt x="598669" y="3357190"/>
                      <a:pt x="546779" y="3351058"/>
                      <a:pt x="516593" y="3316095"/>
                    </a:cubicBezTo>
                    <a:cubicBezTo>
                      <a:pt x="495863" y="3325419"/>
                      <a:pt x="472498" y="3327042"/>
                      <a:pt x="450680" y="3320680"/>
                    </a:cubicBezTo>
                    <a:cubicBezTo>
                      <a:pt x="425652" y="3313306"/>
                      <a:pt x="404865" y="3295768"/>
                      <a:pt x="393364" y="3272344"/>
                    </a:cubicBezTo>
                    <a:lnTo>
                      <a:pt x="269179" y="3019582"/>
                    </a:lnTo>
                    <a:cubicBezTo>
                      <a:pt x="218398" y="3067593"/>
                      <a:pt x="150459" y="3093212"/>
                      <a:pt x="80610" y="3090653"/>
                    </a:cubicBezTo>
                    <a:lnTo>
                      <a:pt x="72395" y="3090653"/>
                    </a:lnTo>
                    <a:cubicBezTo>
                      <a:pt x="30745" y="3089201"/>
                      <a:pt x="-1848" y="3054257"/>
                      <a:pt x="-396" y="3012607"/>
                    </a:cubicBezTo>
                    <a:cubicBezTo>
                      <a:pt x="-205" y="3006705"/>
                      <a:pt x="712" y="3000839"/>
                      <a:pt x="2279" y="2995126"/>
                    </a:cubicBezTo>
                    <a:lnTo>
                      <a:pt x="116910" y="2588184"/>
                    </a:lnTo>
                    <a:cubicBezTo>
                      <a:pt x="118439" y="2582643"/>
                      <a:pt x="122355" y="2578096"/>
                      <a:pt x="127609" y="2575765"/>
                    </a:cubicBezTo>
                    <a:lnTo>
                      <a:pt x="655680" y="2345547"/>
                    </a:lnTo>
                    <a:cubicBezTo>
                      <a:pt x="731184" y="2312322"/>
                      <a:pt x="818380" y="2319507"/>
                      <a:pt x="887426" y="2364652"/>
                    </a:cubicBezTo>
                    <a:lnTo>
                      <a:pt x="1459248" y="2738734"/>
                    </a:lnTo>
                    <a:lnTo>
                      <a:pt x="2627154" y="2684283"/>
                    </a:lnTo>
                    <a:cubicBezTo>
                      <a:pt x="2777703" y="2306190"/>
                      <a:pt x="2999133" y="1746023"/>
                      <a:pt x="3009259" y="1708576"/>
                    </a:cubicBezTo>
                    <a:lnTo>
                      <a:pt x="3009259" y="1708576"/>
                    </a:lnTo>
                    <a:cubicBezTo>
                      <a:pt x="3010062" y="1703380"/>
                      <a:pt x="3012965" y="1698756"/>
                      <a:pt x="3017283" y="1695776"/>
                    </a:cubicBezTo>
                    <a:cubicBezTo>
                      <a:pt x="3036389" y="1682784"/>
                      <a:pt x="3055494" y="1670748"/>
                      <a:pt x="3074599" y="1660240"/>
                    </a:cubicBezTo>
                    <a:lnTo>
                      <a:pt x="3177958" y="1602924"/>
                    </a:lnTo>
                    <a:lnTo>
                      <a:pt x="3400535" y="1495362"/>
                    </a:lnTo>
                    <a:lnTo>
                      <a:pt x="3314561" y="1146116"/>
                    </a:lnTo>
                    <a:cubicBezTo>
                      <a:pt x="3294348" y="1147836"/>
                      <a:pt x="3274020" y="1147836"/>
                      <a:pt x="3253807" y="1146116"/>
                    </a:cubicBezTo>
                    <a:cubicBezTo>
                      <a:pt x="3132489" y="1137138"/>
                      <a:pt x="3023015" y="1068549"/>
                      <a:pt x="2945830" y="952962"/>
                    </a:cubicBezTo>
                    <a:cubicBezTo>
                      <a:pt x="2789472" y="699436"/>
                      <a:pt x="2813430" y="374206"/>
                      <a:pt x="3005247" y="146338"/>
                    </a:cubicBezTo>
                    <a:cubicBezTo>
                      <a:pt x="3098672" y="43360"/>
                      <a:pt x="3217125" y="-8606"/>
                      <a:pt x="3338443" y="564"/>
                    </a:cubicBezTo>
                    <a:cubicBezTo>
                      <a:pt x="3533126" y="14893"/>
                      <a:pt x="3692655" y="187031"/>
                      <a:pt x="3736979" y="420881"/>
                    </a:cubicBezTo>
                    <a:cubicBezTo>
                      <a:pt x="3763574" y="369200"/>
                      <a:pt x="3813286" y="333340"/>
                      <a:pt x="3870716" y="324399"/>
                    </a:cubicBezTo>
                    <a:cubicBezTo>
                      <a:pt x="3977706" y="311789"/>
                      <a:pt x="4082594" y="416677"/>
                      <a:pt x="4104564" y="558248"/>
                    </a:cubicBezTo>
                    <a:cubicBezTo>
                      <a:pt x="4119333" y="639999"/>
                      <a:pt x="4101337" y="724253"/>
                      <a:pt x="4054509" y="792860"/>
                    </a:cubicBezTo>
                    <a:cubicBezTo>
                      <a:pt x="4026997" y="831758"/>
                      <a:pt x="3984737" y="857646"/>
                      <a:pt x="3937584" y="864505"/>
                    </a:cubicBezTo>
                    <a:cubicBezTo>
                      <a:pt x="3923829" y="866320"/>
                      <a:pt x="3909883" y="866320"/>
                      <a:pt x="3896126" y="864505"/>
                    </a:cubicBezTo>
                    <a:lnTo>
                      <a:pt x="3975986" y="1189295"/>
                    </a:lnTo>
                    <a:cubicBezTo>
                      <a:pt x="4130548" y="1090979"/>
                      <a:pt x="4305954" y="1030129"/>
                      <a:pt x="4488199" y="1011616"/>
                    </a:cubicBezTo>
                    <a:cubicBezTo>
                      <a:pt x="4534205" y="1007088"/>
                      <a:pt x="4578032" y="1032250"/>
                      <a:pt x="4597290" y="1074282"/>
                    </a:cubicBezTo>
                    <a:cubicBezTo>
                      <a:pt x="4705045" y="1307556"/>
                      <a:pt x="5082564" y="2126027"/>
                      <a:pt x="5418818" y="2863491"/>
                    </a:cubicBezTo>
                    <a:cubicBezTo>
                      <a:pt x="5541569" y="3135360"/>
                      <a:pt x="5420671" y="3455258"/>
                      <a:pt x="5148803" y="3578009"/>
                    </a:cubicBezTo>
                    <a:cubicBezTo>
                      <a:pt x="5081342" y="3608464"/>
                      <a:pt x="5008321" y="3624722"/>
                      <a:pt x="4934308" y="3625792"/>
                    </a:cubicBezTo>
                    <a:close/>
                    <a:moveTo>
                      <a:pt x="3640497" y="3041170"/>
                    </a:moveTo>
                    <a:lnTo>
                      <a:pt x="4723576" y="3537907"/>
                    </a:lnTo>
                    <a:cubicBezTo>
                      <a:pt x="4974027" y="3652960"/>
                      <a:pt x="5270312" y="3543180"/>
                      <a:pt x="5385364" y="3292730"/>
                    </a:cubicBezTo>
                    <a:cubicBezTo>
                      <a:pt x="5445890" y="3160960"/>
                      <a:pt x="5446100" y="3009378"/>
                      <a:pt x="5385956" y="2877438"/>
                    </a:cubicBezTo>
                    <a:cubicBezTo>
                      <a:pt x="5049703" y="2140165"/>
                      <a:pt x="4672183" y="1321694"/>
                      <a:pt x="4564429" y="1088419"/>
                    </a:cubicBezTo>
                    <a:cubicBezTo>
                      <a:pt x="4552144" y="1061270"/>
                      <a:pt x="4523983" y="1044916"/>
                      <a:pt x="4494313" y="1047725"/>
                    </a:cubicBezTo>
                    <a:cubicBezTo>
                      <a:pt x="4308877" y="1066505"/>
                      <a:pt x="4130911" y="1130680"/>
                      <a:pt x="3976177" y="1234574"/>
                    </a:cubicBezTo>
                    <a:cubicBezTo>
                      <a:pt x="3967427" y="1240478"/>
                      <a:pt x="3955563" y="1238167"/>
                      <a:pt x="3949659" y="1229416"/>
                    </a:cubicBezTo>
                    <a:cubicBezTo>
                      <a:pt x="3948399" y="1227544"/>
                      <a:pt x="3947481" y="1225481"/>
                      <a:pt x="3946946" y="1223303"/>
                    </a:cubicBezTo>
                    <a:lnTo>
                      <a:pt x="3853139" y="842343"/>
                    </a:lnTo>
                    <a:cubicBezTo>
                      <a:pt x="3851305" y="835407"/>
                      <a:pt x="3853522" y="828033"/>
                      <a:pt x="3858871" y="823238"/>
                    </a:cubicBezTo>
                    <a:cubicBezTo>
                      <a:pt x="3864068" y="818576"/>
                      <a:pt x="3871385" y="817105"/>
                      <a:pt x="3877976" y="819417"/>
                    </a:cubicBezTo>
                    <a:cubicBezTo>
                      <a:pt x="3896298" y="826123"/>
                      <a:pt x="3915920" y="828415"/>
                      <a:pt x="3935292" y="826103"/>
                    </a:cubicBezTo>
                    <a:cubicBezTo>
                      <a:pt x="3972299" y="820429"/>
                      <a:pt x="4005294" y="799680"/>
                      <a:pt x="4026424" y="768787"/>
                    </a:cubicBezTo>
                    <a:cubicBezTo>
                      <a:pt x="4067080" y="708510"/>
                      <a:pt x="4082517" y="634726"/>
                      <a:pt x="4069411" y="563215"/>
                    </a:cubicBezTo>
                    <a:cubicBezTo>
                      <a:pt x="4050306" y="441705"/>
                      <a:pt x="3964332" y="351146"/>
                      <a:pt x="3878358" y="361272"/>
                    </a:cubicBezTo>
                    <a:cubicBezTo>
                      <a:pt x="3818750" y="368341"/>
                      <a:pt x="3769076" y="421071"/>
                      <a:pt x="3749015" y="498639"/>
                    </a:cubicBezTo>
                    <a:cubicBezTo>
                      <a:pt x="3746627" y="507676"/>
                      <a:pt x="3738068" y="513656"/>
                      <a:pt x="3728764" y="512777"/>
                    </a:cubicBezTo>
                    <a:cubicBezTo>
                      <a:pt x="3719517" y="511975"/>
                      <a:pt x="3712181" y="504638"/>
                      <a:pt x="3711379" y="495391"/>
                    </a:cubicBezTo>
                    <a:cubicBezTo>
                      <a:pt x="3690553" y="244730"/>
                      <a:pt x="3533700" y="52531"/>
                      <a:pt x="3338252" y="38011"/>
                    </a:cubicBezTo>
                    <a:cubicBezTo>
                      <a:pt x="3228779" y="29986"/>
                      <a:pt x="3121599" y="77367"/>
                      <a:pt x="3036197" y="171747"/>
                    </a:cubicBezTo>
                    <a:cubicBezTo>
                      <a:pt x="2855442" y="386319"/>
                      <a:pt x="2832344" y="692500"/>
                      <a:pt x="2978881" y="931756"/>
                    </a:cubicBezTo>
                    <a:cubicBezTo>
                      <a:pt x="3049380" y="1037408"/>
                      <a:pt x="3148536" y="1099882"/>
                      <a:pt x="3258009" y="1108097"/>
                    </a:cubicBezTo>
                    <a:cubicBezTo>
                      <a:pt x="3281223" y="1109664"/>
                      <a:pt x="3304531" y="1108785"/>
                      <a:pt x="3327553" y="1105423"/>
                    </a:cubicBezTo>
                    <a:cubicBezTo>
                      <a:pt x="3337374" y="1103970"/>
                      <a:pt x="3346678" y="1110275"/>
                      <a:pt x="3348951" y="1119942"/>
                    </a:cubicBezTo>
                    <a:lnTo>
                      <a:pt x="3442758" y="1500520"/>
                    </a:lnTo>
                    <a:cubicBezTo>
                      <a:pt x="3444917" y="1509308"/>
                      <a:pt x="3440599" y="1518402"/>
                      <a:pt x="3432441" y="1522300"/>
                    </a:cubicBezTo>
                    <a:lnTo>
                      <a:pt x="3196873" y="1636931"/>
                    </a:lnTo>
                    <a:lnTo>
                      <a:pt x="3094278" y="1694247"/>
                    </a:lnTo>
                    <a:cubicBezTo>
                      <a:pt x="3077465" y="1703610"/>
                      <a:pt x="3060653" y="1713352"/>
                      <a:pt x="3043840" y="1725199"/>
                    </a:cubicBezTo>
                    <a:cubicBezTo>
                      <a:pt x="3032759" y="1763409"/>
                      <a:pt x="2989580" y="1873646"/>
                      <a:pt x="2853933" y="2217160"/>
                    </a:cubicBezTo>
                    <a:cubicBezTo>
                      <a:pt x="2756306" y="2463235"/>
                      <a:pt x="2657913" y="2709885"/>
                      <a:pt x="2657913" y="2709885"/>
                    </a:cubicBezTo>
                    <a:cubicBezTo>
                      <a:pt x="2655142" y="2716839"/>
                      <a:pt x="2648570" y="2721558"/>
                      <a:pt x="2641100" y="2721921"/>
                    </a:cubicBezTo>
                    <a:lnTo>
                      <a:pt x="1454280" y="2777136"/>
                    </a:lnTo>
                    <a:cubicBezTo>
                      <a:pt x="1450287" y="2777326"/>
                      <a:pt x="1446352" y="2776256"/>
                      <a:pt x="1443008" y="2774078"/>
                    </a:cubicBezTo>
                    <a:lnTo>
                      <a:pt x="866028" y="2396558"/>
                    </a:lnTo>
                    <a:cubicBezTo>
                      <a:pt x="807777" y="2358385"/>
                      <a:pt x="734183" y="2352214"/>
                      <a:pt x="670390" y="2380127"/>
                    </a:cubicBezTo>
                    <a:lnTo>
                      <a:pt x="149580" y="2607098"/>
                    </a:lnTo>
                    <a:lnTo>
                      <a:pt x="38005" y="3005253"/>
                    </a:lnTo>
                    <a:cubicBezTo>
                      <a:pt x="32408" y="3024835"/>
                      <a:pt x="43737" y="3045239"/>
                      <a:pt x="63320" y="3050838"/>
                    </a:cubicBezTo>
                    <a:cubicBezTo>
                      <a:pt x="66262" y="3051697"/>
                      <a:pt x="69319" y="3052155"/>
                      <a:pt x="72395" y="3052251"/>
                    </a:cubicBezTo>
                    <a:lnTo>
                      <a:pt x="80610" y="3052251"/>
                    </a:lnTo>
                    <a:cubicBezTo>
                      <a:pt x="148797" y="3054639"/>
                      <a:pt x="214347" y="3025790"/>
                      <a:pt x="258672" y="2973920"/>
                    </a:cubicBezTo>
                    <a:cubicBezTo>
                      <a:pt x="262837" y="2969086"/>
                      <a:pt x="269141" y="2966640"/>
                      <a:pt x="275484" y="2967424"/>
                    </a:cubicBezTo>
                    <a:cubicBezTo>
                      <a:pt x="281846" y="2968246"/>
                      <a:pt x="287368" y="2972181"/>
                      <a:pt x="290195" y="2977931"/>
                    </a:cubicBezTo>
                    <a:lnTo>
                      <a:pt x="426416" y="3255340"/>
                    </a:lnTo>
                    <a:cubicBezTo>
                      <a:pt x="440114" y="3282585"/>
                      <a:pt x="473300" y="3293569"/>
                      <a:pt x="500544" y="3279871"/>
                    </a:cubicBezTo>
                    <a:cubicBezTo>
                      <a:pt x="501328" y="3279470"/>
                      <a:pt x="502092" y="3279069"/>
                      <a:pt x="502837" y="3278649"/>
                    </a:cubicBezTo>
                    <a:lnTo>
                      <a:pt x="510097" y="3274446"/>
                    </a:lnTo>
                    <a:cubicBezTo>
                      <a:pt x="514548" y="3271847"/>
                      <a:pt x="519841" y="3271159"/>
                      <a:pt x="524808" y="3272535"/>
                    </a:cubicBezTo>
                    <a:cubicBezTo>
                      <a:pt x="529794" y="3273949"/>
                      <a:pt x="534017" y="3277330"/>
                      <a:pt x="536462" y="3281897"/>
                    </a:cubicBezTo>
                    <a:cubicBezTo>
                      <a:pt x="550085" y="3306791"/>
                      <a:pt x="581322" y="3315942"/>
                      <a:pt x="606216" y="3302301"/>
                    </a:cubicBezTo>
                    <a:cubicBezTo>
                      <a:pt x="607993" y="3301346"/>
                      <a:pt x="609712" y="3300257"/>
                      <a:pt x="611355" y="3299091"/>
                    </a:cubicBezTo>
                    <a:lnTo>
                      <a:pt x="635428" y="3281706"/>
                    </a:lnTo>
                    <a:cubicBezTo>
                      <a:pt x="639000" y="3279203"/>
                      <a:pt x="643299" y="3277980"/>
                      <a:pt x="647655" y="3278267"/>
                    </a:cubicBezTo>
                    <a:lnTo>
                      <a:pt x="665423" y="3278267"/>
                    </a:lnTo>
                    <a:cubicBezTo>
                      <a:pt x="681834" y="3279394"/>
                      <a:pt x="698303" y="3277713"/>
                      <a:pt x="714142" y="3273299"/>
                    </a:cubicBezTo>
                    <a:cubicBezTo>
                      <a:pt x="729062" y="3267185"/>
                      <a:pt x="739895" y="3253964"/>
                      <a:pt x="742990" y="3238145"/>
                    </a:cubicBezTo>
                    <a:cubicBezTo>
                      <a:pt x="748760" y="3219365"/>
                      <a:pt x="745665" y="3198961"/>
                      <a:pt x="734584" y="3182740"/>
                    </a:cubicBezTo>
                    <a:lnTo>
                      <a:pt x="701914" y="3162298"/>
                    </a:lnTo>
                    <a:cubicBezTo>
                      <a:pt x="693030" y="3156605"/>
                      <a:pt x="690432" y="3144797"/>
                      <a:pt x="696125" y="3135914"/>
                    </a:cubicBezTo>
                    <a:cubicBezTo>
                      <a:pt x="697864" y="3133200"/>
                      <a:pt x="700233" y="3130985"/>
                      <a:pt x="703060" y="3129437"/>
                    </a:cubicBezTo>
                    <a:lnTo>
                      <a:pt x="730572" y="3114534"/>
                    </a:lnTo>
                    <a:cubicBezTo>
                      <a:pt x="736132" y="3111611"/>
                      <a:pt x="742780" y="3111611"/>
                      <a:pt x="748340" y="3114534"/>
                    </a:cubicBezTo>
                    <a:lnTo>
                      <a:pt x="1022501" y="3254576"/>
                    </a:lnTo>
                    <a:cubicBezTo>
                      <a:pt x="1023532" y="3255016"/>
                      <a:pt x="1024507" y="3255589"/>
                      <a:pt x="1025366" y="3256295"/>
                    </a:cubicBezTo>
                    <a:cubicBezTo>
                      <a:pt x="1031671" y="3261263"/>
                      <a:pt x="1038167" y="3265848"/>
                      <a:pt x="1044472" y="3270243"/>
                    </a:cubicBezTo>
                    <a:cubicBezTo>
                      <a:pt x="1208013" y="3381053"/>
                      <a:pt x="1437850" y="3344944"/>
                      <a:pt x="1567766" y="3187899"/>
                    </a:cubicBezTo>
                    <a:lnTo>
                      <a:pt x="1593940" y="3156184"/>
                    </a:lnTo>
                    <a:cubicBezTo>
                      <a:pt x="1597990" y="3151255"/>
                      <a:pt x="1604219" y="3148675"/>
                      <a:pt x="1610561" y="3149306"/>
                    </a:cubicBezTo>
                    <a:lnTo>
                      <a:pt x="2920611" y="3270816"/>
                    </a:lnTo>
                    <a:lnTo>
                      <a:pt x="3442376" y="2490746"/>
                    </a:lnTo>
                    <a:cubicBezTo>
                      <a:pt x="3446560" y="2484480"/>
                      <a:pt x="3454050" y="2481252"/>
                      <a:pt x="3461481" y="2482531"/>
                    </a:cubicBezTo>
                    <a:cubicBezTo>
                      <a:pt x="3468798" y="2483620"/>
                      <a:pt x="3474817" y="2488836"/>
                      <a:pt x="3476956" y="249590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9" id="29"/>
              <p:cNvSpPr/>
              <p:nvPr/>
            </p:nvSpPr>
            <p:spPr>
              <a:xfrm flipH="false" flipV="false" rot="0">
                <a:off x="8165290" y="5569949"/>
                <a:ext cx="3426207" cy="759852"/>
              </a:xfrm>
              <a:custGeom>
                <a:rect l="l" t="t" r="r" b="b"/>
                <a:pathLst>
                  <a:path w="2793123" h="620817">
                    <a:moveTo>
                      <a:pt x="1551379" y="288209"/>
                    </a:moveTo>
                    <a:cubicBezTo>
                      <a:pt x="1428914" y="470855"/>
                      <a:pt x="1189525" y="534094"/>
                      <a:pt x="987773" y="447165"/>
                    </a:cubicBezTo>
                    <a:lnTo>
                      <a:pt x="733673" y="337882"/>
                    </a:lnTo>
                    <a:lnTo>
                      <a:pt x="642732" y="518427"/>
                    </a:lnTo>
                    <a:cubicBezTo>
                      <a:pt x="612297" y="582144"/>
                      <a:pt x="536678" y="610095"/>
                      <a:pt x="472122" y="581474"/>
                    </a:cubicBezTo>
                    <a:cubicBezTo>
                      <a:pt x="443216" y="568579"/>
                      <a:pt x="430243" y="534686"/>
                      <a:pt x="443139" y="505780"/>
                    </a:cubicBezTo>
                    <a:cubicBezTo>
                      <a:pt x="443234" y="505531"/>
                      <a:pt x="443348" y="505302"/>
                      <a:pt x="443464" y="505053"/>
                    </a:cubicBezTo>
                    <a:lnTo>
                      <a:pt x="552173" y="285153"/>
                    </a:lnTo>
                    <a:lnTo>
                      <a:pt x="550453" y="285153"/>
                    </a:lnTo>
                    <a:lnTo>
                      <a:pt x="394172" y="536578"/>
                    </a:lnTo>
                    <a:cubicBezTo>
                      <a:pt x="358235" y="597314"/>
                      <a:pt x="280477" y="618406"/>
                      <a:pt x="218786" y="584150"/>
                    </a:cubicBezTo>
                    <a:cubicBezTo>
                      <a:pt x="191178" y="568674"/>
                      <a:pt x="181359" y="533731"/>
                      <a:pt x="196834" y="506124"/>
                    </a:cubicBezTo>
                    <a:cubicBezTo>
                      <a:pt x="196891" y="506028"/>
                      <a:pt x="196948" y="505914"/>
                      <a:pt x="197005" y="505818"/>
                    </a:cubicBezTo>
                    <a:lnTo>
                      <a:pt x="238846" y="437421"/>
                    </a:lnTo>
                    <a:lnTo>
                      <a:pt x="208468" y="469135"/>
                    </a:lnTo>
                    <a:cubicBezTo>
                      <a:pt x="159654" y="520223"/>
                      <a:pt x="79011" y="523012"/>
                      <a:pt x="26778" y="475440"/>
                    </a:cubicBezTo>
                    <a:lnTo>
                      <a:pt x="26778" y="475440"/>
                    </a:lnTo>
                    <a:cubicBezTo>
                      <a:pt x="4615" y="453851"/>
                      <a:pt x="-4938" y="437230"/>
                      <a:pt x="1559" y="418125"/>
                    </a:cubicBezTo>
                    <a:lnTo>
                      <a:pt x="385766" y="5260"/>
                    </a:lnTo>
                    <a:lnTo>
                      <a:pt x="1108328" y="5260"/>
                    </a:lnTo>
                    <a:lnTo>
                      <a:pt x="1303965" y="-472"/>
                    </a:lnTo>
                    <a:lnTo>
                      <a:pt x="2695404" y="-472"/>
                    </a:lnTo>
                    <a:lnTo>
                      <a:pt x="2748516" y="97156"/>
                    </a:lnTo>
                    <a:cubicBezTo>
                      <a:pt x="2906325" y="387938"/>
                      <a:pt x="2613632" y="716740"/>
                      <a:pt x="2306610" y="59389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0" id="30"/>
              <p:cNvSpPr/>
              <p:nvPr/>
            </p:nvSpPr>
            <p:spPr>
              <a:xfrm flipH="false" flipV="false" rot="0">
                <a:off x="8141852" y="5544928"/>
                <a:ext cx="3471288" cy="805579"/>
              </a:xfrm>
              <a:custGeom>
                <a:rect l="l" t="t" r="r" b="b"/>
                <a:pathLst>
                  <a:path w="2829874" h="658177">
                    <a:moveTo>
                      <a:pt x="2459073" y="657706"/>
                    </a:moveTo>
                    <a:cubicBezTo>
                      <a:pt x="2410870" y="657629"/>
                      <a:pt x="2363126" y="648306"/>
                      <a:pt x="2318457" y="630194"/>
                    </a:cubicBezTo>
                    <a:lnTo>
                      <a:pt x="1577364" y="332533"/>
                    </a:lnTo>
                    <a:cubicBezTo>
                      <a:pt x="1444333" y="512734"/>
                      <a:pt x="1203951" y="576278"/>
                      <a:pt x="999238" y="485376"/>
                    </a:cubicBezTo>
                    <a:lnTo>
                      <a:pt x="761759" y="383163"/>
                    </a:lnTo>
                    <a:lnTo>
                      <a:pt x="678842" y="547659"/>
                    </a:lnTo>
                    <a:cubicBezTo>
                      <a:pt x="644224" y="620813"/>
                      <a:pt x="557485" y="652909"/>
                      <a:pt x="483586" y="619876"/>
                    </a:cubicBezTo>
                    <a:cubicBezTo>
                      <a:pt x="464901" y="611604"/>
                      <a:pt x="450323" y="596186"/>
                      <a:pt x="443083" y="577081"/>
                    </a:cubicBezTo>
                    <a:cubicBezTo>
                      <a:pt x="440141" y="569191"/>
                      <a:pt x="438460" y="560860"/>
                      <a:pt x="438116" y="552435"/>
                    </a:cubicBezTo>
                    <a:lnTo>
                      <a:pt x="429518" y="566191"/>
                    </a:lnTo>
                    <a:cubicBezTo>
                      <a:pt x="388422" y="635944"/>
                      <a:pt x="299067" y="659978"/>
                      <a:pt x="228531" y="620259"/>
                    </a:cubicBezTo>
                    <a:cubicBezTo>
                      <a:pt x="198841" y="603694"/>
                      <a:pt x="183653" y="569515"/>
                      <a:pt x="191276" y="536386"/>
                    </a:cubicBezTo>
                    <a:cubicBezTo>
                      <a:pt x="137761" y="558989"/>
                      <a:pt x="75994" y="548384"/>
                      <a:pt x="33083" y="509257"/>
                    </a:cubicBezTo>
                    <a:cubicBezTo>
                      <a:pt x="12832" y="490152"/>
                      <a:pt x="-8375" y="463023"/>
                      <a:pt x="2515" y="430926"/>
                    </a:cubicBezTo>
                    <a:cubicBezTo>
                      <a:pt x="3432" y="428422"/>
                      <a:pt x="4865" y="426150"/>
                      <a:pt x="6718" y="424238"/>
                    </a:cubicBezTo>
                    <a:lnTo>
                      <a:pt x="390926" y="11374"/>
                    </a:lnTo>
                    <a:cubicBezTo>
                      <a:pt x="394536" y="7495"/>
                      <a:pt x="399581" y="5278"/>
                      <a:pt x="404873" y="5260"/>
                    </a:cubicBezTo>
                    <a:lnTo>
                      <a:pt x="1127435" y="5260"/>
                    </a:lnTo>
                    <a:lnTo>
                      <a:pt x="1322499" y="-472"/>
                    </a:lnTo>
                    <a:lnTo>
                      <a:pt x="2714510" y="-472"/>
                    </a:lnTo>
                    <a:cubicBezTo>
                      <a:pt x="2721502" y="-491"/>
                      <a:pt x="2727960" y="3330"/>
                      <a:pt x="2731323" y="9463"/>
                    </a:cubicBezTo>
                    <a:lnTo>
                      <a:pt x="2784435" y="107091"/>
                    </a:lnTo>
                    <a:cubicBezTo>
                      <a:pt x="2882464" y="288343"/>
                      <a:pt x="2815004" y="514760"/>
                      <a:pt x="2633733" y="612789"/>
                    </a:cubicBezTo>
                    <a:cubicBezTo>
                      <a:pt x="2580238" y="641734"/>
                      <a:pt x="2520477" y="657152"/>
                      <a:pt x="2459646" y="657706"/>
                    </a:cubicBezTo>
                    <a:close/>
                    <a:moveTo>
                      <a:pt x="1570486" y="289546"/>
                    </a:moveTo>
                    <a:cubicBezTo>
                      <a:pt x="1572913" y="289604"/>
                      <a:pt x="1575320" y="290120"/>
                      <a:pt x="1577555" y="291075"/>
                    </a:cubicBezTo>
                    <a:lnTo>
                      <a:pt x="2332786" y="595231"/>
                    </a:lnTo>
                    <a:cubicBezTo>
                      <a:pt x="2503931" y="664010"/>
                      <a:pt x="2698404" y="581036"/>
                      <a:pt x="2767183" y="409891"/>
                    </a:cubicBezTo>
                    <a:cubicBezTo>
                      <a:pt x="2804304" y="317555"/>
                      <a:pt x="2798306" y="213469"/>
                      <a:pt x="2750810" y="126005"/>
                    </a:cubicBezTo>
                    <a:lnTo>
                      <a:pt x="2703238" y="38311"/>
                    </a:lnTo>
                    <a:lnTo>
                      <a:pt x="1323072" y="38311"/>
                    </a:lnTo>
                    <a:lnTo>
                      <a:pt x="1128007" y="44044"/>
                    </a:lnTo>
                    <a:lnTo>
                      <a:pt x="413088" y="44044"/>
                    </a:lnTo>
                    <a:lnTo>
                      <a:pt x="37860" y="447356"/>
                    </a:lnTo>
                    <a:cubicBezTo>
                      <a:pt x="37860" y="452705"/>
                      <a:pt x="39197" y="462449"/>
                      <a:pt x="59257" y="481937"/>
                    </a:cubicBezTo>
                    <a:cubicBezTo>
                      <a:pt x="103830" y="522287"/>
                      <a:pt x="172476" y="519669"/>
                      <a:pt x="213820" y="476014"/>
                    </a:cubicBezTo>
                    <a:lnTo>
                      <a:pt x="244196" y="444299"/>
                    </a:lnTo>
                    <a:cubicBezTo>
                      <a:pt x="250941" y="437287"/>
                      <a:pt x="261888" y="436466"/>
                      <a:pt x="269607" y="442389"/>
                    </a:cubicBezTo>
                    <a:cubicBezTo>
                      <a:pt x="277345" y="448293"/>
                      <a:pt x="279389" y="459067"/>
                      <a:pt x="274383" y="467417"/>
                    </a:cubicBezTo>
                    <a:lnTo>
                      <a:pt x="232351" y="535814"/>
                    </a:lnTo>
                    <a:cubicBezTo>
                      <a:pt x="227442" y="544544"/>
                      <a:pt x="226276" y="554881"/>
                      <a:pt x="229104" y="564472"/>
                    </a:cubicBezTo>
                    <a:cubicBezTo>
                      <a:pt x="231836" y="574177"/>
                      <a:pt x="238294" y="582431"/>
                      <a:pt x="247063" y="587398"/>
                    </a:cubicBezTo>
                    <a:cubicBezTo>
                      <a:pt x="299698" y="616934"/>
                      <a:pt x="366280" y="598937"/>
                      <a:pt x="396849" y="546894"/>
                    </a:cubicBezTo>
                    <a:lnTo>
                      <a:pt x="553321" y="296233"/>
                    </a:lnTo>
                    <a:cubicBezTo>
                      <a:pt x="557829" y="289050"/>
                      <a:pt x="566561" y="285706"/>
                      <a:pt x="574719" y="288018"/>
                    </a:cubicBezTo>
                    <a:cubicBezTo>
                      <a:pt x="580450" y="289623"/>
                      <a:pt x="585245" y="293578"/>
                      <a:pt x="587902" y="298908"/>
                    </a:cubicBezTo>
                    <a:cubicBezTo>
                      <a:pt x="590385" y="304105"/>
                      <a:pt x="590385" y="310142"/>
                      <a:pt x="587902" y="315338"/>
                    </a:cubicBezTo>
                    <a:lnTo>
                      <a:pt x="479001" y="535431"/>
                    </a:lnTo>
                    <a:cubicBezTo>
                      <a:pt x="475275" y="544621"/>
                      <a:pt x="475275" y="554899"/>
                      <a:pt x="479001" y="564089"/>
                    </a:cubicBezTo>
                    <a:cubicBezTo>
                      <a:pt x="482611" y="573642"/>
                      <a:pt x="489910" y="581342"/>
                      <a:pt x="499253" y="585487"/>
                    </a:cubicBezTo>
                    <a:cubicBezTo>
                      <a:pt x="554295" y="610075"/>
                      <a:pt x="618909" y="586137"/>
                      <a:pt x="644644" y="531610"/>
                    </a:cubicBezTo>
                    <a:lnTo>
                      <a:pt x="735967" y="350684"/>
                    </a:lnTo>
                    <a:cubicBezTo>
                      <a:pt x="740514" y="341628"/>
                      <a:pt x="751309" y="337692"/>
                      <a:pt x="760613" y="341703"/>
                    </a:cubicBezTo>
                    <a:lnTo>
                      <a:pt x="1014522" y="450986"/>
                    </a:lnTo>
                    <a:cubicBezTo>
                      <a:pt x="1207657" y="536845"/>
                      <a:pt x="1434552" y="473034"/>
                      <a:pt x="1554628" y="299099"/>
                    </a:cubicBezTo>
                    <a:cubicBezTo>
                      <a:pt x="1557914" y="293386"/>
                      <a:pt x="1563914" y="289795"/>
                      <a:pt x="1570486" y="289546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1" id="31"/>
              <p:cNvSpPr/>
              <p:nvPr/>
            </p:nvSpPr>
            <p:spPr>
              <a:xfrm flipH="false" flipV="false" rot="0">
                <a:off x="8434014" y="5557942"/>
                <a:ext cx="340561" cy="569948"/>
              </a:xfrm>
              <a:custGeom>
                <a:rect l="l" t="t" r="r" b="b"/>
                <a:pathLst>
                  <a:path w="277633" h="465661">
                    <a:moveTo>
                      <a:pt x="18630" y="465190"/>
                    </a:moveTo>
                    <a:cubicBezTo>
                      <a:pt x="15344" y="465171"/>
                      <a:pt x="12115" y="464330"/>
                      <a:pt x="9269" y="462706"/>
                    </a:cubicBezTo>
                    <a:cubicBezTo>
                      <a:pt x="97" y="457528"/>
                      <a:pt x="-3150" y="445913"/>
                      <a:pt x="2008" y="436723"/>
                    </a:cubicBezTo>
                    <a:lnTo>
                      <a:pt x="241397" y="9147"/>
                    </a:lnTo>
                    <a:cubicBezTo>
                      <a:pt x="246670" y="-24"/>
                      <a:pt x="258401" y="-3195"/>
                      <a:pt x="267571" y="2078"/>
                    </a:cubicBezTo>
                    <a:cubicBezTo>
                      <a:pt x="276743" y="7351"/>
                      <a:pt x="279914" y="19082"/>
                      <a:pt x="274641" y="28252"/>
                    </a:cubicBezTo>
                    <a:lnTo>
                      <a:pt x="35251" y="455446"/>
                    </a:lnTo>
                    <a:cubicBezTo>
                      <a:pt x="31870" y="461464"/>
                      <a:pt x="25527" y="465171"/>
                      <a:pt x="18630" y="465190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2" id="32"/>
              <p:cNvSpPr/>
              <p:nvPr/>
            </p:nvSpPr>
            <p:spPr>
              <a:xfrm flipH="false" flipV="false" rot="0">
                <a:off x="8802552" y="5554467"/>
                <a:ext cx="230953" cy="420958"/>
              </a:xfrm>
              <a:custGeom>
                <a:rect l="l" t="t" r="r" b="b"/>
                <a:pathLst>
                  <a:path w="188278" h="343933">
                    <a:moveTo>
                      <a:pt x="18715" y="343461"/>
                    </a:moveTo>
                    <a:cubicBezTo>
                      <a:pt x="15811" y="343481"/>
                      <a:pt x="12926" y="342812"/>
                      <a:pt x="10308" y="341551"/>
                    </a:cubicBezTo>
                    <a:cubicBezTo>
                      <a:pt x="813" y="336928"/>
                      <a:pt x="-3123" y="325502"/>
                      <a:pt x="1482" y="316008"/>
                    </a:cubicBezTo>
                    <a:cubicBezTo>
                      <a:pt x="1501" y="315988"/>
                      <a:pt x="1501" y="315970"/>
                      <a:pt x="1521" y="315950"/>
                    </a:cubicBezTo>
                    <a:lnTo>
                      <a:pt x="151497" y="10265"/>
                    </a:lnTo>
                    <a:cubicBezTo>
                      <a:pt x="156139" y="771"/>
                      <a:pt x="167603" y="-3166"/>
                      <a:pt x="177098" y="1478"/>
                    </a:cubicBezTo>
                    <a:cubicBezTo>
                      <a:pt x="186593" y="6120"/>
                      <a:pt x="190529" y="17582"/>
                      <a:pt x="185886" y="27078"/>
                    </a:cubicBezTo>
                    <a:lnTo>
                      <a:pt x="35910" y="332763"/>
                    </a:lnTo>
                    <a:cubicBezTo>
                      <a:pt x="32700" y="339316"/>
                      <a:pt x="26013" y="343481"/>
                      <a:pt x="18715" y="343461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3" id="33"/>
              <p:cNvSpPr/>
              <p:nvPr/>
            </p:nvSpPr>
            <p:spPr>
              <a:xfrm flipH="false" flipV="false" rot="0">
                <a:off x="8986292" y="5794668"/>
                <a:ext cx="500646" cy="484330"/>
              </a:xfrm>
              <a:custGeom>
                <a:rect l="l" t="t" r="r" b="b"/>
                <a:pathLst>
                  <a:path w="408138" h="395709">
                    <a:moveTo>
                      <a:pt x="147290" y="-472"/>
                    </a:moveTo>
                    <a:lnTo>
                      <a:pt x="9923" y="262608"/>
                    </a:lnTo>
                    <a:cubicBezTo>
                      <a:pt x="-13289" y="306913"/>
                      <a:pt x="3790" y="361631"/>
                      <a:pt x="48095" y="384863"/>
                    </a:cubicBezTo>
                    <a:cubicBezTo>
                      <a:pt x="48095" y="384863"/>
                      <a:pt x="48115" y="384882"/>
                      <a:pt x="48133" y="384882"/>
                    </a:cubicBezTo>
                    <a:lnTo>
                      <a:pt x="48133" y="384882"/>
                    </a:lnTo>
                    <a:cubicBezTo>
                      <a:pt x="92324" y="408056"/>
                      <a:pt x="146946" y="391034"/>
                      <a:pt x="170140" y="346824"/>
                    </a:cubicBezTo>
                    <a:cubicBezTo>
                      <a:pt x="170159" y="346767"/>
                      <a:pt x="170198" y="346728"/>
                      <a:pt x="170217" y="346671"/>
                    </a:cubicBezTo>
                    <a:lnTo>
                      <a:pt x="301661" y="163833"/>
                    </a:lnTo>
                    <a:lnTo>
                      <a:pt x="407695" y="19344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4" id="34"/>
              <p:cNvSpPr/>
              <p:nvPr/>
            </p:nvSpPr>
            <p:spPr>
              <a:xfrm flipH="false" flipV="false" rot="0">
                <a:off x="8963033" y="5769971"/>
                <a:ext cx="546134" cy="532129"/>
              </a:xfrm>
              <a:custGeom>
                <a:rect l="l" t="t" r="r" b="b"/>
                <a:pathLst>
                  <a:path w="445221" h="434762">
                    <a:moveTo>
                      <a:pt x="109126" y="434291"/>
                    </a:moveTo>
                    <a:cubicBezTo>
                      <a:pt x="48658" y="434348"/>
                      <a:pt x="-386" y="385362"/>
                      <a:pt x="-443" y="324913"/>
                    </a:cubicBezTo>
                    <a:cubicBezTo>
                      <a:pt x="-463" y="307183"/>
                      <a:pt x="3837" y="289703"/>
                      <a:pt x="12070" y="273998"/>
                    </a:cubicBezTo>
                    <a:lnTo>
                      <a:pt x="149246" y="10154"/>
                    </a:lnTo>
                    <a:cubicBezTo>
                      <a:pt x="153927" y="697"/>
                      <a:pt x="165391" y="-3163"/>
                      <a:pt x="174848" y="1518"/>
                    </a:cubicBezTo>
                    <a:cubicBezTo>
                      <a:pt x="184305" y="6218"/>
                      <a:pt x="188165" y="17681"/>
                      <a:pt x="183483" y="27119"/>
                    </a:cubicBezTo>
                    <a:cubicBezTo>
                      <a:pt x="183350" y="27406"/>
                      <a:pt x="183216" y="27654"/>
                      <a:pt x="183063" y="27921"/>
                    </a:cubicBezTo>
                    <a:lnTo>
                      <a:pt x="45887" y="291002"/>
                    </a:lnTo>
                    <a:cubicBezTo>
                      <a:pt x="27641" y="326040"/>
                      <a:pt x="41225" y="369237"/>
                      <a:pt x="76264" y="387483"/>
                    </a:cubicBezTo>
                    <a:cubicBezTo>
                      <a:pt x="111304" y="405729"/>
                      <a:pt x="154501" y="392145"/>
                      <a:pt x="172746" y="357105"/>
                    </a:cubicBezTo>
                    <a:cubicBezTo>
                      <a:pt x="173128" y="356303"/>
                      <a:pt x="173567" y="355539"/>
                      <a:pt x="174084" y="354813"/>
                    </a:cubicBezTo>
                    <a:lnTo>
                      <a:pt x="305527" y="171785"/>
                    </a:lnTo>
                    <a:cubicBezTo>
                      <a:pt x="310209" y="165270"/>
                      <a:pt x="318443" y="162385"/>
                      <a:pt x="326161" y="164525"/>
                    </a:cubicBezTo>
                    <a:lnTo>
                      <a:pt x="432195" y="194329"/>
                    </a:lnTo>
                    <a:cubicBezTo>
                      <a:pt x="442112" y="197939"/>
                      <a:pt x="447232" y="208886"/>
                      <a:pt x="443621" y="218803"/>
                    </a:cubicBezTo>
                    <a:cubicBezTo>
                      <a:pt x="440392" y="227706"/>
                      <a:pt x="431145" y="232883"/>
                      <a:pt x="421879" y="231011"/>
                    </a:cubicBezTo>
                    <a:lnTo>
                      <a:pt x="328836" y="205028"/>
                    </a:lnTo>
                    <a:lnTo>
                      <a:pt x="205798" y="376020"/>
                    </a:lnTo>
                    <a:cubicBezTo>
                      <a:pt x="186807" y="411804"/>
                      <a:pt x="149647" y="434214"/>
                      <a:pt x="109126" y="434291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5" id="35"/>
              <p:cNvSpPr/>
              <p:nvPr/>
            </p:nvSpPr>
            <p:spPr>
              <a:xfrm flipH="false" flipV="false" rot="0">
                <a:off x="11713793" y="5568311"/>
                <a:ext cx="23435" cy="23384"/>
              </a:xfrm>
              <a:custGeom>
                <a:rect l="l" t="t" r="r" b="b"/>
                <a:pathLst>
                  <a:path w="19105" h="19105">
                    <a:moveTo>
                      <a:pt x="-443" y="-472"/>
                    </a:moveTo>
                    <a:lnTo>
                      <a:pt x="-443" y="-472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6" id="36"/>
              <p:cNvSpPr/>
              <p:nvPr/>
            </p:nvSpPr>
            <p:spPr>
              <a:xfrm flipH="false" flipV="false" rot="0">
                <a:off x="11394131" y="5544928"/>
                <a:ext cx="343098" cy="46767"/>
              </a:xfrm>
              <a:custGeom>
                <a:rect l="l" t="t" r="r" b="b"/>
                <a:pathLst>
                  <a:path w="279701" h="38210">
                    <a:moveTo>
                      <a:pt x="260153" y="37739"/>
                    </a:moveTo>
                    <a:lnTo>
                      <a:pt x="18662" y="37739"/>
                    </a:lnTo>
                    <a:cubicBezTo>
                      <a:pt x="8116" y="37739"/>
                      <a:pt x="-443" y="29180"/>
                      <a:pt x="-443" y="18634"/>
                    </a:cubicBezTo>
                    <a:cubicBezTo>
                      <a:pt x="-443" y="8087"/>
                      <a:pt x="8116" y="-472"/>
                      <a:pt x="18662" y="-472"/>
                    </a:cubicBezTo>
                    <a:lnTo>
                      <a:pt x="260153" y="-472"/>
                    </a:lnTo>
                    <a:cubicBezTo>
                      <a:pt x="270699" y="-472"/>
                      <a:pt x="279259" y="8087"/>
                      <a:pt x="279259" y="18634"/>
                    </a:cubicBezTo>
                    <a:cubicBezTo>
                      <a:pt x="279259" y="29180"/>
                      <a:pt x="270699" y="37739"/>
                      <a:pt x="260153" y="3773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7" id="37"/>
              <p:cNvSpPr/>
              <p:nvPr/>
            </p:nvSpPr>
            <p:spPr>
              <a:xfrm flipH="false" flipV="false" rot="0">
                <a:off x="9338674" y="4433019"/>
                <a:ext cx="451519" cy="988440"/>
              </a:xfrm>
              <a:custGeom>
                <a:rect l="l" t="t" r="r" b="b"/>
                <a:pathLst>
                  <a:path w="368089" h="807579">
                    <a:moveTo>
                      <a:pt x="144115" y="-472"/>
                    </a:moveTo>
                    <a:lnTo>
                      <a:pt x="4646" y="482318"/>
                    </a:lnTo>
                    <a:cubicBezTo>
                      <a:pt x="4646" y="482318"/>
                      <a:pt x="-71775" y="800039"/>
                      <a:pt x="367647" y="807108"/>
                    </a:cubicBezTo>
                    <a:close/>
                  </a:path>
                </a:pathLst>
              </a:cu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8" id="38"/>
              <p:cNvSpPr/>
              <p:nvPr/>
            </p:nvSpPr>
            <p:spPr>
              <a:xfrm flipH="false" flipV="false" rot="0">
                <a:off x="9314539" y="4409859"/>
                <a:ext cx="499325" cy="1034048"/>
              </a:xfrm>
              <a:custGeom>
                <a:rect l="l" t="t" r="r" b="b"/>
                <a:pathLst>
                  <a:path w="407061" h="844842">
                    <a:moveTo>
                      <a:pt x="386176" y="844371"/>
                    </a:moveTo>
                    <a:lnTo>
                      <a:pt x="386176" y="844371"/>
                    </a:lnTo>
                    <a:cubicBezTo>
                      <a:pt x="228175" y="842079"/>
                      <a:pt x="116409" y="800047"/>
                      <a:pt x="53935" y="719423"/>
                    </a:cubicBezTo>
                    <a:cubicBezTo>
                      <a:pt x="7089" y="655401"/>
                      <a:pt x="-10603" y="574586"/>
                      <a:pt x="5216" y="496846"/>
                    </a:cubicBezTo>
                    <a:lnTo>
                      <a:pt x="145450" y="13291"/>
                    </a:lnTo>
                    <a:cubicBezTo>
                      <a:pt x="148410" y="3165"/>
                      <a:pt x="159014" y="-2662"/>
                      <a:pt x="169140" y="300"/>
                    </a:cubicBezTo>
                    <a:cubicBezTo>
                      <a:pt x="179170" y="3261"/>
                      <a:pt x="184959" y="13731"/>
                      <a:pt x="182131" y="23799"/>
                    </a:cubicBezTo>
                    <a:lnTo>
                      <a:pt x="43427" y="506590"/>
                    </a:lnTo>
                    <a:cubicBezTo>
                      <a:pt x="43427" y="506590"/>
                      <a:pt x="19545" y="612242"/>
                      <a:pt x="85076" y="696305"/>
                    </a:cubicBezTo>
                    <a:cubicBezTo>
                      <a:pt x="140291" y="767186"/>
                      <a:pt x="241931" y="804059"/>
                      <a:pt x="387513" y="806161"/>
                    </a:cubicBezTo>
                    <a:cubicBezTo>
                      <a:pt x="398059" y="806161"/>
                      <a:pt x="406619" y="814720"/>
                      <a:pt x="406619" y="825266"/>
                    </a:cubicBezTo>
                    <a:cubicBezTo>
                      <a:pt x="406619" y="835812"/>
                      <a:pt x="398059" y="844371"/>
                      <a:pt x="387513" y="844371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9" id="39"/>
              <p:cNvSpPr/>
              <p:nvPr/>
            </p:nvSpPr>
            <p:spPr>
              <a:xfrm flipH="false" flipV="false" rot="0">
                <a:off x="10887687" y="5163769"/>
                <a:ext cx="241621" cy="397527"/>
              </a:xfrm>
              <a:custGeom>
                <a:rect l="l" t="t" r="r" b="b"/>
                <a:pathLst>
                  <a:path w="196975" h="324789">
                    <a:moveTo>
                      <a:pt x="-443" y="-472"/>
                    </a:moveTo>
                    <a:lnTo>
                      <a:pt x="196532" y="324318"/>
                    </a:lnTo>
                    <a:close/>
                  </a:path>
                </a:pathLst>
              </a:custGeom>
              <a:solidFill>
                <a:srgbClr val="66CC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40" id="40"/>
              <p:cNvSpPr/>
              <p:nvPr/>
            </p:nvSpPr>
            <p:spPr>
              <a:xfrm flipH="false" flipV="false" rot="0">
                <a:off x="10862750" y="5136571"/>
                <a:ext cx="290224" cy="447261"/>
              </a:xfrm>
              <a:custGeom>
                <a:rect l="l" t="t" r="r" b="b"/>
                <a:pathLst>
                  <a:path w="236597" h="365423">
                    <a:moveTo>
                      <a:pt x="216862" y="364879"/>
                    </a:moveTo>
                    <a:cubicBezTo>
                      <a:pt x="210155" y="364918"/>
                      <a:pt x="203927" y="361440"/>
                      <a:pt x="200431" y="355709"/>
                    </a:cubicBezTo>
                    <a:lnTo>
                      <a:pt x="4029" y="30919"/>
                    </a:lnTo>
                    <a:cubicBezTo>
                      <a:pt x="-2753" y="22838"/>
                      <a:pt x="-1703" y="10782"/>
                      <a:pt x="6378" y="4000"/>
                    </a:cubicBezTo>
                    <a:cubicBezTo>
                      <a:pt x="14460" y="-2782"/>
                      <a:pt x="26516" y="-1732"/>
                      <a:pt x="33298" y="6350"/>
                    </a:cubicBezTo>
                    <a:cubicBezTo>
                      <a:pt x="34655" y="7974"/>
                      <a:pt x="35743" y="9827"/>
                      <a:pt x="36508" y="11814"/>
                    </a:cubicBezTo>
                    <a:lnTo>
                      <a:pt x="233292" y="336604"/>
                    </a:lnTo>
                    <a:cubicBezTo>
                      <a:pt x="238852" y="345583"/>
                      <a:pt x="236063" y="357352"/>
                      <a:pt x="227102" y="362912"/>
                    </a:cubicBezTo>
                    <a:cubicBezTo>
                      <a:pt x="227064" y="362931"/>
                      <a:pt x="227025" y="362950"/>
                      <a:pt x="226987" y="362969"/>
                    </a:cubicBezTo>
                    <a:cubicBezTo>
                      <a:pt x="223854" y="364516"/>
                      <a:pt x="220339" y="365185"/>
                      <a:pt x="216862" y="36487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name="Group 41" id="41"/>
              <p:cNvGrpSpPr/>
              <p:nvPr/>
            </p:nvGrpSpPr>
            <p:grpSpPr>
              <a:xfrm flipH="false" flipV="false" rot="0">
                <a:off x="7141946" y="2924204"/>
                <a:ext cx="1393128" cy="1277322"/>
                <a:chOff x="5965147" y="2741324"/>
                <a:chExt cx="1241641" cy="1138428"/>
              </a:xfrm>
            </p:grpSpPr>
            <p:sp>
              <p:nvSpPr>
                <p:cNvPr name="AutoShape 42" id="42"/>
                <p:cNvSpPr/>
                <p:nvPr/>
              </p:nvSpPr>
              <p:spPr>
                <a:xfrm flipH="false" flipV="false" rot="0">
                  <a:off x="5965147" y="2741324"/>
                  <a:ext cx="1241641" cy="1138428"/>
                </a:xfrm>
                <a:custGeom>
                  <a:rect l="l" t="t" r="r" b="b"/>
                  <a:pathLst>
                    <a:path w="1012214" h="930123">
                      <a:moveTo>
                        <a:pt x="990833" y="215687"/>
                      </a:moveTo>
                      <a:cubicBezTo>
                        <a:pt x="911546" y="16419"/>
                        <a:pt x="629935" y="-58664"/>
                        <a:pt x="361887" y="48134"/>
                      </a:cubicBezTo>
                      <a:cubicBezTo>
                        <a:pt x="93840" y="154933"/>
                        <a:pt x="-58429" y="402919"/>
                        <a:pt x="20284" y="602187"/>
                      </a:cubicBezTo>
                      <a:cubicBezTo>
                        <a:pt x="86580" y="768977"/>
                        <a:pt x="294637" y="848645"/>
                        <a:pt x="517022" y="807569"/>
                      </a:cubicBezTo>
                      <a:lnTo>
                        <a:pt x="666617" y="929652"/>
                      </a:lnTo>
                      <a:lnTo>
                        <a:pt x="669864" y="760762"/>
                      </a:lnTo>
                      <a:cubicBezTo>
                        <a:pt x="925302" y="649377"/>
                        <a:pt x="1068019" y="409415"/>
                        <a:pt x="990833" y="215687"/>
                      </a:cubicBezTo>
                      <a:close/>
                    </a:path>
                  </a:pathLst>
                </a:custGeom>
                <a:solidFill>
                  <a:srgbClr val="DFBD0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43" id="43"/>
                <p:cNvSpPr/>
                <p:nvPr/>
              </p:nvSpPr>
              <p:spPr>
                <a:xfrm flipH="false" flipV="false" rot="0">
                  <a:off x="6351707" y="3103779"/>
                  <a:ext cx="447020" cy="312502"/>
                </a:xfrm>
                <a:custGeom>
                  <a:rect l="l" t="t" r="r" b="b"/>
                  <a:pathLst>
                    <a:path w="364421" h="255322">
                      <a:moveTo>
                        <a:pt x="128907" y="254851"/>
                      </a:moveTo>
                      <a:cubicBezTo>
                        <a:pt x="123806" y="254832"/>
                        <a:pt x="118915" y="252769"/>
                        <a:pt x="115342" y="249120"/>
                      </a:cubicBezTo>
                      <a:lnTo>
                        <a:pt x="5105" y="139073"/>
                      </a:lnTo>
                      <a:cubicBezTo>
                        <a:pt x="-2327" y="131584"/>
                        <a:pt x="-2289" y="119471"/>
                        <a:pt x="5200" y="112039"/>
                      </a:cubicBezTo>
                      <a:cubicBezTo>
                        <a:pt x="12690" y="104608"/>
                        <a:pt x="24802" y="104645"/>
                        <a:pt x="32234" y="112135"/>
                      </a:cubicBezTo>
                      <a:lnTo>
                        <a:pt x="128907" y="207661"/>
                      </a:lnTo>
                      <a:lnTo>
                        <a:pt x="331232" y="5145"/>
                      </a:lnTo>
                      <a:cubicBezTo>
                        <a:pt x="338721" y="-2344"/>
                        <a:pt x="350873" y="-2344"/>
                        <a:pt x="358361" y="5145"/>
                      </a:cubicBezTo>
                      <a:cubicBezTo>
                        <a:pt x="365851" y="12635"/>
                        <a:pt x="365851" y="24785"/>
                        <a:pt x="358361" y="32275"/>
                      </a:cubicBezTo>
                      <a:lnTo>
                        <a:pt x="142281" y="248165"/>
                      </a:lnTo>
                      <a:cubicBezTo>
                        <a:pt x="138918" y="252119"/>
                        <a:pt x="134085" y="254527"/>
                        <a:pt x="128907" y="254851"/>
                      </a:cubicBezTo>
                      <a:close/>
                    </a:path>
                  </a:pathLst>
                </a:custGeom>
                <a:solidFill>
                  <a:srgbClr val="08071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name="AutoShape 44" id="44"/>
              <p:cNvSpPr/>
              <p:nvPr/>
            </p:nvSpPr>
            <p:spPr>
              <a:xfrm flipH="false" flipV="false" rot="0">
                <a:off x="4985886" y="6151976"/>
                <a:ext cx="2992732" cy="46767"/>
              </a:xfrm>
              <a:custGeom>
                <a:rect l="l" t="t" r="r" b="b"/>
                <a:pathLst>
                  <a:path w="2439744" h="38210">
                    <a:moveTo>
                      <a:pt x="2420769" y="37739"/>
                    </a:moveTo>
                    <a:lnTo>
                      <a:pt x="18662" y="37739"/>
                    </a:lnTo>
                    <a:cubicBezTo>
                      <a:pt x="8116" y="37739"/>
                      <a:pt x="-443" y="29179"/>
                      <a:pt x="-443" y="18634"/>
                    </a:cubicBezTo>
                    <a:cubicBezTo>
                      <a:pt x="-443" y="8087"/>
                      <a:pt x="8116" y="-472"/>
                      <a:pt x="18662" y="-472"/>
                    </a:cubicBezTo>
                    <a:lnTo>
                      <a:pt x="2420197" y="-472"/>
                    </a:lnTo>
                    <a:cubicBezTo>
                      <a:pt x="2430743" y="-472"/>
                      <a:pt x="2439302" y="8087"/>
                      <a:pt x="2439302" y="18634"/>
                    </a:cubicBezTo>
                    <a:cubicBezTo>
                      <a:pt x="2439302" y="29179"/>
                      <a:pt x="2430743" y="37739"/>
                      <a:pt x="2420197" y="3773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45" id="45"/>
              <p:cNvSpPr/>
              <p:nvPr/>
            </p:nvSpPr>
            <p:spPr>
              <a:xfrm flipH="true" flipV="false" rot="660000">
                <a:off x="10807766" y="1538839"/>
                <a:ext cx="895925" cy="800100"/>
              </a:xfrm>
              <a:custGeom>
                <a:rect l="l" t="t" r="r" b="b"/>
                <a:pathLst>
                  <a:path w="1292090" h="1156442">
                    <a:moveTo>
                      <a:pt x="594687" y="1155971"/>
                    </a:moveTo>
                    <a:cubicBezTo>
                      <a:pt x="587752" y="1155914"/>
                      <a:pt x="581390" y="1152113"/>
                      <a:pt x="578065" y="1146036"/>
                    </a:cubicBezTo>
                    <a:lnTo>
                      <a:pt x="469929" y="951353"/>
                    </a:lnTo>
                    <a:cubicBezTo>
                      <a:pt x="192521" y="892701"/>
                      <a:pt x="-443" y="701838"/>
                      <a:pt x="-443" y="484611"/>
                    </a:cubicBezTo>
                    <a:cubicBezTo>
                      <a:pt x="-443" y="217138"/>
                      <a:pt x="289385" y="-472"/>
                      <a:pt x="645698" y="-472"/>
                    </a:cubicBezTo>
                    <a:cubicBezTo>
                      <a:pt x="1002012" y="-472"/>
                      <a:pt x="1291647" y="217138"/>
                      <a:pt x="1291647" y="484611"/>
                    </a:cubicBezTo>
                    <a:cubicBezTo>
                      <a:pt x="1291647" y="741960"/>
                      <a:pt x="1026657" y="952691"/>
                      <a:pt x="686392" y="968548"/>
                    </a:cubicBezTo>
                    <a:lnTo>
                      <a:pt x="612455" y="1144317"/>
                    </a:lnTo>
                    <a:cubicBezTo>
                      <a:pt x="609608" y="1151061"/>
                      <a:pt x="603151" y="1155589"/>
                      <a:pt x="595833" y="1155971"/>
                    </a:cubicBezTo>
                    <a:close/>
                    <a:moveTo>
                      <a:pt x="645698" y="37739"/>
                    </a:moveTo>
                    <a:cubicBezTo>
                      <a:pt x="310400" y="37739"/>
                      <a:pt x="37768" y="238154"/>
                      <a:pt x="37768" y="484611"/>
                    </a:cubicBezTo>
                    <a:cubicBezTo>
                      <a:pt x="37768" y="685599"/>
                      <a:pt x="222134" y="862897"/>
                      <a:pt x="485978" y="915626"/>
                    </a:cubicBezTo>
                    <a:cubicBezTo>
                      <a:pt x="491499" y="916735"/>
                      <a:pt x="496257" y="920231"/>
                      <a:pt x="498969" y="925179"/>
                    </a:cubicBezTo>
                    <a:lnTo>
                      <a:pt x="592394" y="1093306"/>
                    </a:lnTo>
                    <a:lnTo>
                      <a:pt x="655824" y="942565"/>
                    </a:lnTo>
                    <a:cubicBezTo>
                      <a:pt x="658728" y="935688"/>
                      <a:pt x="665377" y="931140"/>
                      <a:pt x="672828" y="930911"/>
                    </a:cubicBezTo>
                    <a:cubicBezTo>
                      <a:pt x="997618" y="920213"/>
                      <a:pt x="1253437" y="724192"/>
                      <a:pt x="1253437" y="484611"/>
                    </a:cubicBezTo>
                    <a:cubicBezTo>
                      <a:pt x="1254202" y="238154"/>
                      <a:pt x="981569" y="37739"/>
                      <a:pt x="646463" y="3773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778495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254000" y="254000"/>
            <a:ext cx="11684000" cy="6350000"/>
          </a:xfrm>
          <a:prstGeom prst="roundRect">
            <a:avLst>
              <a:gd name="adj" fmla="val 242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2F2F2F">
                <a:alpha val="100000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778495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0" y="6134100"/>
            <a:ext cx="12192000" cy="723900"/>
          </a:xfrm>
          <a:custGeom>
            <a:rect l="l" t="t" r="r" b="b"/>
            <a:pathLst>
              <a:path w="12192000" h="723900">
                <a:moveTo>
                  <a:pt x="0" y="0"/>
                </a:moveTo>
                <a:lnTo>
                  <a:pt x="12192000" y="0"/>
                </a:lnTo>
                <a:lnTo>
                  <a:pt x="12192000" y="723900"/>
                </a:lnTo>
                <a:lnTo>
                  <a:pt x="0" y="723900"/>
                </a:lnTo>
                <a:close/>
              </a:path>
            </a:pathLst>
          </a:custGeom>
          <a:solidFill>
            <a:srgbClr val="2F2F2F">
              <a:alpha val="100000"/>
            </a:srgbClr>
          </a:solidFill>
          <a:ln w="12700">
            <a:solidFill>
              <a:srgbClr val="0B3D2E">
                <a:alpha val="100000"/>
                <a:shade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name="AutoShape 3" id="3"/>
          <p:cNvSpPr/>
          <p:nvPr/>
        </p:nvSpPr>
        <p:spPr>
          <a:xfrm flipH="true" flipV="false" rot="0">
            <a:off x="1155700" y="1049024"/>
            <a:ext cx="9880600" cy="5344152"/>
          </a:xfrm>
          <a:custGeom>
            <a:rect l="l" t="t" r="r" b="b"/>
            <a:pathLst>
              <a:path w="8595361" h="4649001">
                <a:moveTo>
                  <a:pt x="193537" y="0"/>
                </a:moveTo>
                <a:lnTo>
                  <a:pt x="8401824" y="0"/>
                </a:lnTo>
                <a:cubicBezTo>
                  <a:pt x="8508712" y="0"/>
                  <a:pt x="8595361" y="86649"/>
                  <a:pt x="8595361" y="193537"/>
                </a:cubicBezTo>
                <a:lnTo>
                  <a:pt x="8595361" y="3906825"/>
                </a:lnTo>
                <a:cubicBezTo>
                  <a:pt x="8595361" y="4013713"/>
                  <a:pt x="8508712" y="4100362"/>
                  <a:pt x="8401824" y="4100362"/>
                </a:cubicBezTo>
                <a:lnTo>
                  <a:pt x="900925" y="4100362"/>
                </a:lnTo>
                <a:lnTo>
                  <a:pt x="462013" y="4649001"/>
                </a:lnTo>
                <a:lnTo>
                  <a:pt x="462013" y="4100362"/>
                </a:lnTo>
                <a:lnTo>
                  <a:pt x="193537" y="4100362"/>
                </a:lnTo>
                <a:cubicBezTo>
                  <a:pt x="86649" y="4100362"/>
                  <a:pt x="0" y="4013713"/>
                  <a:pt x="0" y="3906825"/>
                </a:cubicBezTo>
                <a:lnTo>
                  <a:pt x="0" y="193537"/>
                </a:lnTo>
                <a:cubicBezTo>
                  <a:pt x="0" y="86649"/>
                  <a:pt x="86649" y="0"/>
                  <a:pt x="193537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25400">
            <a:solidFill>
              <a:srgbClr val="2F2F2F">
                <a:alpha val="100000"/>
              </a:srgbClr>
            </a:solidFill>
            <a:prstDash val="solid"/>
            <a:headEnd type="none"/>
            <a:tailEnd type="none"/>
          </a:ln>
        </p:spPr>
      </p:sp>
      <p:grpSp>
        <p:nvGrpSpPr>
          <p:cNvPr name="Group 4" id="4"/>
          <p:cNvGrpSpPr/>
          <p:nvPr/>
        </p:nvGrpSpPr>
        <p:grpSpPr>
          <a:xfrm flipH="true" flipV="false" rot="0">
            <a:off x="253999" y="3776209"/>
            <a:ext cx="3390900" cy="2959024"/>
            <a:chOff x="3759356" y="1595779"/>
            <a:chExt cx="4660996" cy="4067357"/>
          </a:xfrm>
        </p:grpSpPr>
        <p:sp>
          <p:nvSpPr>
            <p:cNvPr name="AutoShape 5" id="5"/>
            <p:cNvSpPr/>
            <p:nvPr/>
          </p:nvSpPr>
          <p:spPr>
            <a:xfrm flipH="false" flipV="false" rot="0">
              <a:off x="4660086" y="3051488"/>
              <a:ext cx="3760266" cy="2611648"/>
            </a:xfrm>
            <a:custGeom>
              <a:rect l="l" t="t" r="r" b="b"/>
              <a:pathLst>
                <a:path w="3760266" h="2611648">
                  <a:moveTo>
                    <a:pt x="11177" y="1650382"/>
                  </a:moveTo>
                  <a:lnTo>
                    <a:pt x="52594" y="1472956"/>
                  </a:lnTo>
                  <a:lnTo>
                    <a:pt x="458066" y="835858"/>
                  </a:lnTo>
                  <a:cubicBezTo>
                    <a:pt x="569770" y="496208"/>
                    <a:pt x="825395" y="223013"/>
                    <a:pt x="1156863" y="88997"/>
                  </a:cubicBezTo>
                  <a:lnTo>
                    <a:pt x="1156863" y="88997"/>
                  </a:lnTo>
                  <a:cubicBezTo>
                    <a:pt x="1314774" y="24964"/>
                    <a:pt x="1484411" y="-5117"/>
                    <a:pt x="1654713" y="710"/>
                  </a:cubicBezTo>
                  <a:lnTo>
                    <a:pt x="2015019" y="12811"/>
                  </a:lnTo>
                  <a:cubicBezTo>
                    <a:pt x="2441405" y="27302"/>
                    <a:pt x="2828964" y="264327"/>
                    <a:pt x="3036115" y="637297"/>
                  </a:cubicBezTo>
                  <a:lnTo>
                    <a:pt x="3704062" y="1840079"/>
                  </a:lnTo>
                  <a:cubicBezTo>
                    <a:pt x="3753489" y="1928929"/>
                    <a:pt x="3771044" y="2032010"/>
                    <a:pt x="3753830" y="2132211"/>
                  </a:cubicBezTo>
                  <a:lnTo>
                    <a:pt x="3734911" y="2241291"/>
                  </a:lnTo>
                  <a:cubicBezTo>
                    <a:pt x="3697364" y="2459776"/>
                    <a:pt x="3505024" y="2617482"/>
                    <a:pt x="3283421" y="2611483"/>
                  </a:cubicBezTo>
                  <a:lnTo>
                    <a:pt x="3283421" y="2611483"/>
                  </a:lnTo>
                  <a:cubicBezTo>
                    <a:pt x="3148945" y="2607784"/>
                    <a:pt x="3023315" y="2543597"/>
                    <a:pt x="2941522" y="2436784"/>
                  </a:cubicBezTo>
                  <a:lnTo>
                    <a:pt x="2174550" y="1435118"/>
                  </a:lnTo>
                  <a:lnTo>
                    <a:pt x="698725" y="2039833"/>
                  </a:lnTo>
                  <a:lnTo>
                    <a:pt x="600212" y="2094714"/>
                  </a:lnTo>
                  <a:cubicBezTo>
                    <a:pt x="294275" y="2265152"/>
                    <a:pt x="-68588" y="1991429"/>
                    <a:pt x="11177" y="1650382"/>
                  </a:cubicBezTo>
                  <a:close/>
                </a:path>
              </a:pathLst>
            </a:custGeom>
            <a:solidFill>
              <a:srgbClr val="29977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6" id="6"/>
            <p:cNvSpPr/>
            <p:nvPr/>
          </p:nvSpPr>
          <p:spPr>
            <a:xfrm flipH="false" flipV="false" rot="0">
              <a:off x="6030814" y="2650049"/>
              <a:ext cx="612930" cy="721365"/>
            </a:xfrm>
            <a:custGeom>
              <a:rect l="l" t="t" r="r" b="b"/>
              <a:pathLst>
                <a:path w="612930" h="721365">
                  <a:moveTo>
                    <a:pt x="231831" y="717970"/>
                  </a:moveTo>
                  <a:cubicBezTo>
                    <a:pt x="374147" y="742684"/>
                    <a:pt x="519190" y="630536"/>
                    <a:pt x="612931" y="445269"/>
                  </a:cubicBezTo>
                  <a:cubicBezTo>
                    <a:pt x="497527" y="377280"/>
                    <a:pt x="428449" y="251725"/>
                    <a:pt x="432778" y="117857"/>
                  </a:cubicBezTo>
                  <a:cubicBezTo>
                    <a:pt x="443174" y="-120756"/>
                    <a:pt x="161440" y="76782"/>
                    <a:pt x="161440" y="76782"/>
                  </a:cubicBezTo>
                  <a:cubicBezTo>
                    <a:pt x="161440" y="76782"/>
                    <a:pt x="237796" y="407773"/>
                    <a:pt x="21169" y="436918"/>
                  </a:cubicBezTo>
                  <a:cubicBezTo>
                    <a:pt x="-6612" y="440838"/>
                    <a:pt x="-2862" y="488049"/>
                    <a:pt x="8727" y="513445"/>
                  </a:cubicBezTo>
                  <a:cubicBezTo>
                    <a:pt x="58154" y="624570"/>
                    <a:pt x="135533" y="700927"/>
                    <a:pt x="231831" y="71797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7" id="7"/>
            <p:cNvSpPr/>
            <p:nvPr/>
          </p:nvSpPr>
          <p:spPr>
            <a:xfrm flipH="false" flipV="false" rot="0">
              <a:off x="6014092" y="2633732"/>
              <a:ext cx="646976" cy="753887"/>
            </a:xfrm>
            <a:custGeom>
              <a:rect l="l" t="t" r="r" b="b"/>
              <a:pathLst>
                <a:path w="646976" h="753887">
                  <a:moveTo>
                    <a:pt x="288606" y="753888"/>
                  </a:moveTo>
                  <a:cubicBezTo>
                    <a:pt x="274442" y="753888"/>
                    <a:pt x="260296" y="752695"/>
                    <a:pt x="246337" y="750309"/>
                  </a:cubicBezTo>
                  <a:lnTo>
                    <a:pt x="246337" y="750309"/>
                  </a:lnTo>
                  <a:cubicBezTo>
                    <a:pt x="148164" y="733265"/>
                    <a:pt x="64309" y="657249"/>
                    <a:pt x="10450" y="536750"/>
                  </a:cubicBezTo>
                  <a:cubicBezTo>
                    <a:pt x="1928" y="517660"/>
                    <a:pt x="-6594" y="480505"/>
                    <a:pt x="7553" y="456303"/>
                  </a:cubicBezTo>
                  <a:cubicBezTo>
                    <a:pt x="13450" y="445459"/>
                    <a:pt x="24137" y="438057"/>
                    <a:pt x="36357" y="436361"/>
                  </a:cubicBezTo>
                  <a:cubicBezTo>
                    <a:pt x="76274" y="432419"/>
                    <a:pt x="112441" y="411097"/>
                    <a:pt x="135211" y="378072"/>
                  </a:cubicBezTo>
                  <a:cubicBezTo>
                    <a:pt x="203386" y="280751"/>
                    <a:pt x="162311" y="98553"/>
                    <a:pt x="161799" y="96849"/>
                  </a:cubicBezTo>
                  <a:cubicBezTo>
                    <a:pt x="160589" y="90290"/>
                    <a:pt x="163316" y="83629"/>
                    <a:pt x="168787" y="79805"/>
                  </a:cubicBezTo>
                  <a:cubicBezTo>
                    <a:pt x="185831" y="68045"/>
                    <a:pt x="335135" y="-33878"/>
                    <a:pt x="417798" y="11629"/>
                  </a:cubicBezTo>
                  <a:cubicBezTo>
                    <a:pt x="453078" y="31059"/>
                    <a:pt x="468929" y="72817"/>
                    <a:pt x="466713" y="135708"/>
                  </a:cubicBezTo>
                  <a:cubicBezTo>
                    <a:pt x="460237" y="284671"/>
                    <a:pt x="551933" y="394604"/>
                    <a:pt x="638856" y="447781"/>
                  </a:cubicBezTo>
                  <a:cubicBezTo>
                    <a:pt x="646389" y="452413"/>
                    <a:pt x="649133" y="462035"/>
                    <a:pt x="645162" y="469938"/>
                  </a:cubicBezTo>
                  <a:cubicBezTo>
                    <a:pt x="553637" y="649068"/>
                    <a:pt x="420013" y="753888"/>
                    <a:pt x="288606" y="753888"/>
                  </a:cubicBezTo>
                  <a:close/>
                  <a:moveTo>
                    <a:pt x="251450" y="717244"/>
                  </a:moveTo>
                  <a:cubicBezTo>
                    <a:pt x="378256" y="739401"/>
                    <a:pt x="513755" y="644126"/>
                    <a:pt x="607325" y="467893"/>
                  </a:cubicBezTo>
                  <a:cubicBezTo>
                    <a:pt x="494529" y="394865"/>
                    <a:pt x="428194" y="268132"/>
                    <a:pt x="432455" y="133834"/>
                  </a:cubicBezTo>
                  <a:cubicBezTo>
                    <a:pt x="434501" y="84918"/>
                    <a:pt x="423933" y="53898"/>
                    <a:pt x="400924" y="41115"/>
                  </a:cubicBezTo>
                  <a:cubicBezTo>
                    <a:pt x="349793" y="13334"/>
                    <a:pt x="244291" y="70260"/>
                    <a:pt x="196398" y="101280"/>
                  </a:cubicBezTo>
                  <a:cubicBezTo>
                    <a:pt x="204920" y="145253"/>
                    <a:pt x="228611" y="302227"/>
                    <a:pt x="162311" y="397842"/>
                  </a:cubicBezTo>
                  <a:cubicBezTo>
                    <a:pt x="134052" y="438944"/>
                    <a:pt x="89210" y="465602"/>
                    <a:pt x="39595" y="470790"/>
                  </a:cubicBezTo>
                  <a:cubicBezTo>
                    <a:pt x="37993" y="470829"/>
                    <a:pt x="36578" y="471842"/>
                    <a:pt x="36016" y="473347"/>
                  </a:cubicBezTo>
                  <a:cubicBezTo>
                    <a:pt x="31261" y="490009"/>
                    <a:pt x="32778" y="507835"/>
                    <a:pt x="40277" y="523455"/>
                  </a:cubicBezTo>
                  <a:cubicBezTo>
                    <a:pt x="89363" y="633218"/>
                    <a:pt x="164186" y="702075"/>
                    <a:pt x="250768" y="717244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8" id="8"/>
            <p:cNvSpPr/>
            <p:nvPr/>
          </p:nvSpPr>
          <p:spPr>
            <a:xfrm flipH="false" flipV="false" rot="0">
              <a:off x="5723767" y="1595779"/>
              <a:ext cx="1170267" cy="911698"/>
            </a:xfrm>
            <a:custGeom>
              <a:rect l="l" t="t" r="r" b="b"/>
              <a:pathLst>
                <a:path w="1170267" h="911698">
                  <a:moveTo>
                    <a:pt x="265666" y="858011"/>
                  </a:moveTo>
                  <a:cubicBezTo>
                    <a:pt x="265666" y="858011"/>
                    <a:pt x="-92254" y="742624"/>
                    <a:pt x="22791" y="525997"/>
                  </a:cubicBezTo>
                  <a:cubicBezTo>
                    <a:pt x="137837" y="309370"/>
                    <a:pt x="135962" y="454584"/>
                    <a:pt x="147552" y="361695"/>
                  </a:cubicBezTo>
                  <a:cubicBezTo>
                    <a:pt x="159142" y="268806"/>
                    <a:pt x="123179" y="54906"/>
                    <a:pt x="247088" y="92232"/>
                  </a:cubicBezTo>
                  <a:cubicBezTo>
                    <a:pt x="370997" y="129558"/>
                    <a:pt x="464908" y="126320"/>
                    <a:pt x="601088" y="62064"/>
                  </a:cubicBezTo>
                  <a:cubicBezTo>
                    <a:pt x="737268" y="-2191"/>
                    <a:pt x="805614" y="-49402"/>
                    <a:pt x="837827" y="93595"/>
                  </a:cubicBezTo>
                  <a:cubicBezTo>
                    <a:pt x="870040" y="236593"/>
                    <a:pt x="866290" y="217674"/>
                    <a:pt x="1014571" y="242558"/>
                  </a:cubicBezTo>
                  <a:cubicBezTo>
                    <a:pt x="1162852" y="267442"/>
                    <a:pt x="1202053" y="298633"/>
                    <a:pt x="1145638" y="374137"/>
                  </a:cubicBezTo>
                  <a:cubicBezTo>
                    <a:pt x="1089223" y="449641"/>
                    <a:pt x="1011503" y="472139"/>
                    <a:pt x="1075758" y="556676"/>
                  </a:cubicBezTo>
                  <a:cubicBezTo>
                    <a:pt x="1140014" y="641213"/>
                    <a:pt x="1148024" y="721490"/>
                    <a:pt x="1088030" y="773303"/>
                  </a:cubicBezTo>
                  <a:cubicBezTo>
                    <a:pt x="1028036" y="825116"/>
                    <a:pt x="770504" y="911699"/>
                    <a:pt x="770504" y="911699"/>
                  </a:cubicBez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9" id="9"/>
            <p:cNvSpPr/>
            <p:nvPr/>
          </p:nvSpPr>
          <p:spPr>
            <a:xfrm flipH="false" flipV="false" rot="0">
              <a:off x="6530613" y="2287306"/>
              <a:ext cx="193753" cy="290638"/>
            </a:xfrm>
            <a:custGeom>
              <a:rect l="l" t="t" r="r" b="b"/>
              <a:pathLst>
                <a:path w="193753" h="290638">
                  <a:moveTo>
                    <a:pt x="35923" y="33883"/>
                  </a:moveTo>
                  <a:cubicBezTo>
                    <a:pt x="35923" y="33883"/>
                    <a:pt x="160002" y="-35656"/>
                    <a:pt x="183863" y="24509"/>
                  </a:cubicBezTo>
                  <a:cubicBezTo>
                    <a:pt x="207724" y="84673"/>
                    <a:pt x="186761" y="184550"/>
                    <a:pt x="138697" y="230739"/>
                  </a:cubicBezTo>
                  <a:cubicBezTo>
                    <a:pt x="90633" y="276928"/>
                    <a:pt x="32855" y="341353"/>
                    <a:pt x="6948" y="224774"/>
                  </a:cubicBezTo>
                  <a:cubicBezTo>
                    <a:pt x="-18958" y="108194"/>
                    <a:pt x="35923" y="33883"/>
                    <a:pt x="35923" y="3388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0" id="10"/>
            <p:cNvSpPr/>
            <p:nvPr/>
          </p:nvSpPr>
          <p:spPr>
            <a:xfrm flipH="false" flipV="false" rot="0">
              <a:off x="6513634" y="2270397"/>
              <a:ext cx="227709" cy="324685"/>
            </a:xfrm>
            <a:custGeom>
              <a:rect l="l" t="t" r="r" b="b"/>
              <a:pathLst>
                <a:path w="227709" h="324685">
                  <a:moveTo>
                    <a:pt x="70286" y="324685"/>
                  </a:moveTo>
                  <a:cubicBezTo>
                    <a:pt x="65719" y="324660"/>
                    <a:pt x="61185" y="323971"/>
                    <a:pt x="56822" y="322640"/>
                  </a:cubicBezTo>
                  <a:cubicBezTo>
                    <a:pt x="33131" y="315481"/>
                    <a:pt x="17450" y="290938"/>
                    <a:pt x="7395" y="245261"/>
                  </a:cubicBezTo>
                  <a:cubicBezTo>
                    <a:pt x="-19875" y="122545"/>
                    <a:pt x="36880" y="43973"/>
                    <a:pt x="39266" y="40735"/>
                  </a:cubicBezTo>
                  <a:cubicBezTo>
                    <a:pt x="40664" y="38790"/>
                    <a:pt x="42471" y="37164"/>
                    <a:pt x="44550" y="35963"/>
                  </a:cubicBezTo>
                  <a:cubicBezTo>
                    <a:pt x="53754" y="30850"/>
                    <a:pt x="135223" y="-13464"/>
                    <a:pt x="184480" y="4091"/>
                  </a:cubicBezTo>
                  <a:cubicBezTo>
                    <a:pt x="199325" y="9090"/>
                    <a:pt x="211137" y="20472"/>
                    <a:pt x="216693" y="35111"/>
                  </a:cubicBezTo>
                  <a:cubicBezTo>
                    <a:pt x="243281" y="103286"/>
                    <a:pt x="219761" y="209639"/>
                    <a:pt x="167436" y="259919"/>
                  </a:cubicBezTo>
                  <a:lnTo>
                    <a:pt x="158914" y="268100"/>
                  </a:lnTo>
                  <a:cubicBezTo>
                    <a:pt x="129940" y="296563"/>
                    <a:pt x="100624" y="324685"/>
                    <a:pt x="70286" y="324685"/>
                  </a:cubicBezTo>
                  <a:close/>
                  <a:moveTo>
                    <a:pt x="64662" y="63915"/>
                  </a:moveTo>
                  <a:cubicBezTo>
                    <a:pt x="34170" y="116532"/>
                    <a:pt x="25529" y="179018"/>
                    <a:pt x="40630" y="237932"/>
                  </a:cubicBezTo>
                  <a:cubicBezTo>
                    <a:pt x="50175" y="280712"/>
                    <a:pt x="61935" y="289064"/>
                    <a:pt x="66707" y="289064"/>
                  </a:cubicBezTo>
                  <a:cubicBezTo>
                    <a:pt x="82388" y="293836"/>
                    <a:pt x="112896" y="264350"/>
                    <a:pt x="134882" y="242704"/>
                  </a:cubicBezTo>
                  <a:lnTo>
                    <a:pt x="143575" y="234353"/>
                  </a:lnTo>
                  <a:cubicBezTo>
                    <a:pt x="185673" y="193959"/>
                    <a:pt x="205955" y="101070"/>
                    <a:pt x="184651" y="46871"/>
                  </a:cubicBezTo>
                  <a:cubicBezTo>
                    <a:pt x="182673" y="41408"/>
                    <a:pt x="178259" y="37183"/>
                    <a:pt x="172720" y="35451"/>
                  </a:cubicBezTo>
                  <a:cubicBezTo>
                    <a:pt x="147836" y="27100"/>
                    <a:pt x="94830" y="47723"/>
                    <a:pt x="64662" y="6391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1" id="11"/>
            <p:cNvSpPr/>
            <p:nvPr/>
          </p:nvSpPr>
          <p:spPr>
            <a:xfrm flipH="false" flipV="false" rot="0">
              <a:off x="5897295" y="2363765"/>
              <a:ext cx="241555" cy="269357"/>
            </a:xfrm>
            <a:custGeom>
              <a:rect l="l" t="t" r="r" b="b"/>
              <a:pathLst>
                <a:path w="241555" h="269357">
                  <a:moveTo>
                    <a:pt x="8282" y="132463"/>
                  </a:moveTo>
                  <a:cubicBezTo>
                    <a:pt x="8282" y="132463"/>
                    <a:pt x="-35691" y="-20931"/>
                    <a:pt x="79014" y="2419"/>
                  </a:cubicBezTo>
                  <a:cubicBezTo>
                    <a:pt x="142757" y="15031"/>
                    <a:pt x="215364" y="85422"/>
                    <a:pt x="229510" y="150530"/>
                  </a:cubicBezTo>
                  <a:cubicBezTo>
                    <a:pt x="243657" y="215637"/>
                    <a:pt x="266666" y="299152"/>
                    <a:pt x="154177" y="258758"/>
                  </a:cubicBezTo>
                  <a:cubicBezTo>
                    <a:pt x="41688" y="218364"/>
                    <a:pt x="8282" y="132463"/>
                    <a:pt x="8282" y="13246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2" id="12"/>
            <p:cNvSpPr/>
            <p:nvPr/>
          </p:nvSpPr>
          <p:spPr>
            <a:xfrm flipH="false" flipV="false" rot="0">
              <a:off x="5880707" y="2346721"/>
              <a:ext cx="275378" cy="303665"/>
            </a:xfrm>
            <a:custGeom>
              <a:rect l="l" t="t" r="r" b="b"/>
              <a:pathLst>
                <a:path w="275378" h="303665">
                  <a:moveTo>
                    <a:pt x="219851" y="303583"/>
                  </a:moveTo>
                  <a:cubicBezTo>
                    <a:pt x="201034" y="302777"/>
                    <a:pt x="182474" y="298801"/>
                    <a:pt x="164970" y="291823"/>
                  </a:cubicBezTo>
                  <a:cubicBezTo>
                    <a:pt x="46686" y="249384"/>
                    <a:pt x="10553" y="159563"/>
                    <a:pt x="9019" y="155472"/>
                  </a:cubicBezTo>
                  <a:lnTo>
                    <a:pt x="9019" y="154109"/>
                  </a:lnTo>
                  <a:cubicBezTo>
                    <a:pt x="6462" y="144735"/>
                    <a:pt x="-16036" y="62072"/>
                    <a:pt x="21461" y="21167"/>
                  </a:cubicBezTo>
                  <a:cubicBezTo>
                    <a:pt x="38505" y="2078"/>
                    <a:pt x="65263" y="-4058"/>
                    <a:pt x="99351" y="2589"/>
                  </a:cubicBezTo>
                  <a:cubicBezTo>
                    <a:pt x="170765" y="16736"/>
                    <a:pt x="248825" y="93603"/>
                    <a:pt x="263313" y="163994"/>
                  </a:cubicBezTo>
                  <a:lnTo>
                    <a:pt x="265528" y="175073"/>
                  </a:lnTo>
                  <a:cubicBezTo>
                    <a:pt x="275073" y="220239"/>
                    <a:pt x="284958" y="266939"/>
                    <a:pt x="257347" y="290971"/>
                  </a:cubicBezTo>
                  <a:cubicBezTo>
                    <a:pt x="246934" y="299825"/>
                    <a:pt x="233503" y="304340"/>
                    <a:pt x="219851" y="303583"/>
                  </a:cubicBezTo>
                  <a:close/>
                  <a:moveTo>
                    <a:pt x="41061" y="143883"/>
                  </a:moveTo>
                  <a:cubicBezTo>
                    <a:pt x="68723" y="199229"/>
                    <a:pt x="117588" y="241032"/>
                    <a:pt x="176560" y="259781"/>
                  </a:cubicBezTo>
                  <a:cubicBezTo>
                    <a:pt x="217806" y="274609"/>
                    <a:pt x="230759" y="268814"/>
                    <a:pt x="234509" y="265576"/>
                  </a:cubicBezTo>
                  <a:cubicBezTo>
                    <a:pt x="246950" y="254667"/>
                    <a:pt x="238088" y="212740"/>
                    <a:pt x="231781" y="182231"/>
                  </a:cubicBezTo>
                  <a:lnTo>
                    <a:pt x="229395" y="170982"/>
                  </a:lnTo>
                  <a:cubicBezTo>
                    <a:pt x="217465" y="113204"/>
                    <a:pt x="150823" y="47756"/>
                    <a:pt x="93045" y="36336"/>
                  </a:cubicBezTo>
                  <a:cubicBezTo>
                    <a:pt x="71229" y="31905"/>
                    <a:pt x="55719" y="34632"/>
                    <a:pt x="46856" y="44517"/>
                  </a:cubicBezTo>
                  <a:cubicBezTo>
                    <a:pt x="25551" y="66845"/>
                    <a:pt x="35607" y="124282"/>
                    <a:pt x="41061" y="14388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3" id="13"/>
            <p:cNvSpPr/>
            <p:nvPr/>
          </p:nvSpPr>
          <p:spPr>
            <a:xfrm flipH="false" flipV="false" rot="0">
              <a:off x="6132430" y="2649879"/>
              <a:ext cx="343092" cy="427714"/>
            </a:xfrm>
            <a:custGeom>
              <a:rect l="l" t="t" r="r" b="b"/>
              <a:pathLst>
                <a:path w="343092" h="427714">
                  <a:moveTo>
                    <a:pt x="343092" y="225745"/>
                  </a:moveTo>
                  <a:cubicBezTo>
                    <a:pt x="333326" y="190662"/>
                    <a:pt x="329287" y="154227"/>
                    <a:pt x="331162" y="117857"/>
                  </a:cubicBezTo>
                  <a:cubicBezTo>
                    <a:pt x="341558" y="-120756"/>
                    <a:pt x="59824" y="76782"/>
                    <a:pt x="59824" y="76782"/>
                  </a:cubicBezTo>
                  <a:cubicBezTo>
                    <a:pt x="59824" y="76782"/>
                    <a:pt x="117603" y="341472"/>
                    <a:pt x="13465" y="417658"/>
                  </a:cubicBezTo>
                  <a:cubicBezTo>
                    <a:pt x="8522" y="421237"/>
                    <a:pt x="4091" y="424476"/>
                    <a:pt x="0" y="427714"/>
                  </a:cubicBezTo>
                  <a:cubicBezTo>
                    <a:pt x="141413" y="423632"/>
                    <a:pt x="270895" y="347412"/>
                    <a:pt x="343092" y="225745"/>
                  </a:cubicBez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4" id="14"/>
            <p:cNvSpPr/>
            <p:nvPr/>
          </p:nvSpPr>
          <p:spPr>
            <a:xfrm flipH="false" flipV="false" rot="0">
              <a:off x="5966935" y="1937861"/>
              <a:ext cx="653001" cy="915181"/>
            </a:xfrm>
            <a:custGeom>
              <a:rect l="l" t="t" r="r" b="b"/>
              <a:pathLst>
                <a:path w="653001" h="915181">
                  <a:moveTo>
                    <a:pt x="0" y="406507"/>
                  </a:moveTo>
                  <a:cubicBezTo>
                    <a:pt x="0" y="406507"/>
                    <a:pt x="65278" y="739714"/>
                    <a:pt x="212025" y="872315"/>
                  </a:cubicBezTo>
                  <a:cubicBezTo>
                    <a:pt x="311050" y="961625"/>
                    <a:pt x="474330" y="908107"/>
                    <a:pt x="580342" y="742271"/>
                  </a:cubicBezTo>
                  <a:cubicBezTo>
                    <a:pt x="684139" y="580013"/>
                    <a:pt x="691809" y="-6805"/>
                    <a:pt x="503304" y="70744"/>
                  </a:cubicBezTo>
                  <a:cubicBezTo>
                    <a:pt x="314799" y="148293"/>
                    <a:pt x="484044" y="-50267"/>
                    <a:pt x="380929" y="12454"/>
                  </a:cubicBezTo>
                  <a:cubicBezTo>
                    <a:pt x="277814" y="75175"/>
                    <a:pt x="418596" y="359978"/>
                    <a:pt x="0" y="40650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5" id="15"/>
            <p:cNvSpPr/>
            <p:nvPr/>
          </p:nvSpPr>
          <p:spPr>
            <a:xfrm flipH="false" flipV="false" rot="0">
              <a:off x="5949942" y="1920602"/>
              <a:ext cx="686398" cy="949572"/>
            </a:xfrm>
            <a:custGeom>
              <a:rect l="l" t="t" r="r" b="b"/>
              <a:pathLst>
                <a:path w="686398" h="949572">
                  <a:moveTo>
                    <a:pt x="340995" y="949567"/>
                  </a:moveTo>
                  <a:cubicBezTo>
                    <a:pt x="295318" y="949915"/>
                    <a:pt x="251226" y="932921"/>
                    <a:pt x="217598" y="902015"/>
                  </a:cubicBezTo>
                  <a:cubicBezTo>
                    <a:pt x="68294" y="767199"/>
                    <a:pt x="3016" y="440639"/>
                    <a:pt x="289" y="426833"/>
                  </a:cubicBezTo>
                  <a:cubicBezTo>
                    <a:pt x="-580" y="422169"/>
                    <a:pt x="528" y="417350"/>
                    <a:pt x="3357" y="413539"/>
                  </a:cubicBezTo>
                  <a:cubicBezTo>
                    <a:pt x="6135" y="409670"/>
                    <a:pt x="10396" y="407136"/>
                    <a:pt x="15118" y="406551"/>
                  </a:cubicBezTo>
                  <a:cubicBezTo>
                    <a:pt x="286796" y="376384"/>
                    <a:pt x="311169" y="245317"/>
                    <a:pt x="330769" y="140156"/>
                  </a:cubicBezTo>
                  <a:cubicBezTo>
                    <a:pt x="340314" y="89025"/>
                    <a:pt x="349517" y="39087"/>
                    <a:pt x="389059" y="14884"/>
                  </a:cubicBezTo>
                  <a:cubicBezTo>
                    <a:pt x="406103" y="4317"/>
                    <a:pt x="426555" y="-6250"/>
                    <a:pt x="441383" y="4488"/>
                  </a:cubicBezTo>
                  <a:cubicBezTo>
                    <a:pt x="456212" y="15225"/>
                    <a:pt x="451269" y="33973"/>
                    <a:pt x="447008" y="52551"/>
                  </a:cubicBezTo>
                  <a:cubicBezTo>
                    <a:pt x="444963" y="61073"/>
                    <a:pt x="439509" y="83741"/>
                    <a:pt x="443770" y="86639"/>
                  </a:cubicBezTo>
                  <a:cubicBezTo>
                    <a:pt x="443770" y="86639"/>
                    <a:pt x="455189" y="95502"/>
                    <a:pt x="513820" y="71299"/>
                  </a:cubicBezTo>
                  <a:cubicBezTo>
                    <a:pt x="551504" y="53223"/>
                    <a:pt x="596704" y="64453"/>
                    <a:pt x="621537" y="98058"/>
                  </a:cubicBezTo>
                  <a:cubicBezTo>
                    <a:pt x="719198" y="214979"/>
                    <a:pt x="698916" y="631530"/>
                    <a:pt x="611651" y="767880"/>
                  </a:cubicBezTo>
                  <a:cubicBezTo>
                    <a:pt x="546714" y="870143"/>
                    <a:pt x="458257" y="934739"/>
                    <a:pt x="369458" y="946670"/>
                  </a:cubicBezTo>
                  <a:cubicBezTo>
                    <a:pt x="360050" y="948299"/>
                    <a:pt x="350540" y="949267"/>
                    <a:pt x="340995" y="949567"/>
                  </a:cubicBezTo>
                  <a:close/>
                  <a:moveTo>
                    <a:pt x="37615" y="438253"/>
                  </a:moveTo>
                  <a:cubicBezTo>
                    <a:pt x="53636" y="508473"/>
                    <a:pt x="118744" y="766858"/>
                    <a:pt x="240437" y="876790"/>
                  </a:cubicBezTo>
                  <a:cubicBezTo>
                    <a:pt x="274167" y="907316"/>
                    <a:pt x="319946" y="920861"/>
                    <a:pt x="364857" y="913605"/>
                  </a:cubicBezTo>
                  <a:cubicBezTo>
                    <a:pt x="442747" y="903208"/>
                    <a:pt x="524216" y="842021"/>
                    <a:pt x="583018" y="750155"/>
                  </a:cubicBezTo>
                  <a:cubicBezTo>
                    <a:pt x="620855" y="690842"/>
                    <a:pt x="648125" y="564036"/>
                    <a:pt x="652386" y="426322"/>
                  </a:cubicBezTo>
                  <a:cubicBezTo>
                    <a:pt x="656817" y="284518"/>
                    <a:pt x="635342" y="167086"/>
                    <a:pt x="595460" y="119533"/>
                  </a:cubicBezTo>
                  <a:cubicBezTo>
                    <a:pt x="580120" y="97704"/>
                    <a:pt x="551094" y="90443"/>
                    <a:pt x="527284" y="102490"/>
                  </a:cubicBezTo>
                  <a:cubicBezTo>
                    <a:pt x="472915" y="124817"/>
                    <a:pt x="440531" y="127885"/>
                    <a:pt x="422124" y="112205"/>
                  </a:cubicBezTo>
                  <a:cubicBezTo>
                    <a:pt x="403717" y="96524"/>
                    <a:pt x="409171" y="65334"/>
                    <a:pt x="414284" y="44029"/>
                  </a:cubicBezTo>
                  <a:cubicBezTo>
                    <a:pt x="414284" y="42325"/>
                    <a:pt x="414284" y="40450"/>
                    <a:pt x="415477" y="38575"/>
                  </a:cubicBezTo>
                  <a:lnTo>
                    <a:pt x="407296" y="43348"/>
                  </a:lnTo>
                  <a:cubicBezTo>
                    <a:pt x="380707" y="59539"/>
                    <a:pt x="373208" y="97547"/>
                    <a:pt x="364686" y="145610"/>
                  </a:cubicBezTo>
                  <a:cubicBezTo>
                    <a:pt x="344234" y="254350"/>
                    <a:pt x="316963" y="401097"/>
                    <a:pt x="37615" y="43842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6" id="16"/>
            <p:cNvSpPr/>
            <p:nvPr/>
          </p:nvSpPr>
          <p:spPr>
            <a:xfrm flipH="false" flipV="false" rot="0">
              <a:off x="6200451" y="2463163"/>
              <a:ext cx="176034" cy="169586"/>
            </a:xfrm>
            <a:custGeom>
              <a:rect l="l" t="t" r="r" b="b"/>
              <a:pathLst>
                <a:path w="176034" h="169586">
                  <a:moveTo>
                    <a:pt x="99861" y="169586"/>
                  </a:moveTo>
                  <a:cubicBezTo>
                    <a:pt x="66796" y="169586"/>
                    <a:pt x="36969" y="139418"/>
                    <a:pt x="3222" y="92718"/>
                  </a:cubicBezTo>
                  <a:cubicBezTo>
                    <a:pt x="461" y="88882"/>
                    <a:pt x="-596" y="84065"/>
                    <a:pt x="325" y="79424"/>
                  </a:cubicBezTo>
                  <a:cubicBezTo>
                    <a:pt x="1245" y="74742"/>
                    <a:pt x="4091" y="70662"/>
                    <a:pt x="8165" y="68175"/>
                  </a:cubicBezTo>
                  <a:cubicBezTo>
                    <a:pt x="50945" y="42269"/>
                    <a:pt x="126449" y="0"/>
                    <a:pt x="149288" y="0"/>
                  </a:cubicBezTo>
                  <a:cubicBezTo>
                    <a:pt x="156105" y="0"/>
                    <a:pt x="168547" y="4602"/>
                    <a:pt x="173661" y="25225"/>
                  </a:cubicBezTo>
                  <a:cubicBezTo>
                    <a:pt x="181330" y="56585"/>
                    <a:pt x="170763" y="135669"/>
                    <a:pt x="136846" y="156974"/>
                  </a:cubicBezTo>
                  <a:cubicBezTo>
                    <a:pt x="126006" y="164696"/>
                    <a:pt x="113155" y="169081"/>
                    <a:pt x="99861" y="169586"/>
                  </a:cubicBezTo>
                  <a:close/>
                  <a:moveTo>
                    <a:pt x="42082" y="87605"/>
                  </a:moveTo>
                  <a:cubicBezTo>
                    <a:pt x="88612" y="147599"/>
                    <a:pt x="104463" y="137714"/>
                    <a:pt x="118609" y="128851"/>
                  </a:cubicBezTo>
                  <a:cubicBezTo>
                    <a:pt x="135653" y="118114"/>
                    <a:pt x="145879" y="57267"/>
                    <a:pt x="141277" y="35962"/>
                  </a:cubicBezTo>
                  <a:cubicBezTo>
                    <a:pt x="107002" y="50736"/>
                    <a:pt x="73852" y="67996"/>
                    <a:pt x="42082" y="87605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7" id="17"/>
            <p:cNvSpPr/>
            <p:nvPr/>
          </p:nvSpPr>
          <p:spPr>
            <a:xfrm flipH="false" flipV="false" rot="0">
              <a:off x="6179722" y="2209040"/>
              <a:ext cx="109571" cy="240488"/>
            </a:xfrm>
            <a:custGeom>
              <a:rect l="l" t="t" r="r" b="b"/>
              <a:pathLst>
                <a:path w="109571" h="240488">
                  <a:moveTo>
                    <a:pt x="83264" y="240488"/>
                  </a:moveTo>
                  <a:cubicBezTo>
                    <a:pt x="64516" y="240488"/>
                    <a:pt x="26337" y="237250"/>
                    <a:pt x="8953" y="213389"/>
                  </a:cubicBezTo>
                  <a:cubicBezTo>
                    <a:pt x="-1921" y="196904"/>
                    <a:pt x="-2961" y="175814"/>
                    <a:pt x="6225" y="158337"/>
                  </a:cubicBezTo>
                  <a:cubicBezTo>
                    <a:pt x="22639" y="112961"/>
                    <a:pt x="31791" y="65274"/>
                    <a:pt x="33325" y="17044"/>
                  </a:cubicBezTo>
                  <a:cubicBezTo>
                    <a:pt x="33325" y="7631"/>
                    <a:pt x="40961" y="0"/>
                    <a:pt x="50369" y="0"/>
                  </a:cubicBezTo>
                  <a:cubicBezTo>
                    <a:pt x="59777" y="0"/>
                    <a:pt x="67413" y="7631"/>
                    <a:pt x="67413" y="17044"/>
                  </a:cubicBezTo>
                  <a:cubicBezTo>
                    <a:pt x="65862" y="69440"/>
                    <a:pt x="55840" y="121238"/>
                    <a:pt x="37757" y="170438"/>
                  </a:cubicBezTo>
                  <a:cubicBezTo>
                    <a:pt x="33666" y="180494"/>
                    <a:pt x="33155" y="187482"/>
                    <a:pt x="36563" y="192425"/>
                  </a:cubicBezTo>
                  <a:cubicBezTo>
                    <a:pt x="44404" y="203333"/>
                    <a:pt x="73889" y="206571"/>
                    <a:pt x="91274" y="205208"/>
                  </a:cubicBezTo>
                  <a:cubicBezTo>
                    <a:pt x="100631" y="204522"/>
                    <a:pt x="108778" y="211533"/>
                    <a:pt x="109511" y="220888"/>
                  </a:cubicBezTo>
                  <a:cubicBezTo>
                    <a:pt x="110295" y="230269"/>
                    <a:pt x="103324" y="238506"/>
                    <a:pt x="93933" y="239287"/>
                  </a:cubicBezTo>
                  <a:cubicBezTo>
                    <a:pt x="93899" y="239290"/>
                    <a:pt x="93865" y="239292"/>
                    <a:pt x="93831" y="239295"/>
                  </a:cubicBezTo>
                  <a:cubicBezTo>
                    <a:pt x="92467" y="240147"/>
                    <a:pt x="88888" y="240488"/>
                    <a:pt x="83264" y="240488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8" id="18"/>
            <p:cNvSpPr/>
            <p:nvPr/>
          </p:nvSpPr>
          <p:spPr>
            <a:xfrm flipH="false" flipV="false" rot="0">
              <a:off x="6324991" y="2215541"/>
              <a:ext cx="177054" cy="74968"/>
            </a:xfrm>
            <a:custGeom>
              <a:rect l="l" t="t" r="r" b="b"/>
              <a:pathLst>
                <a:path w="177054" h="74968">
                  <a:moveTo>
                    <a:pt x="17078" y="74969"/>
                  </a:moveTo>
                  <a:cubicBezTo>
                    <a:pt x="7670" y="74982"/>
                    <a:pt x="17" y="67364"/>
                    <a:pt x="0" y="57951"/>
                  </a:cubicBezTo>
                  <a:cubicBezTo>
                    <a:pt x="0" y="54540"/>
                    <a:pt x="1023" y="51206"/>
                    <a:pt x="2931" y="48380"/>
                  </a:cubicBezTo>
                  <a:cubicBezTo>
                    <a:pt x="20436" y="27054"/>
                    <a:pt x="44331" y="11932"/>
                    <a:pt x="71107" y="5260"/>
                  </a:cubicBezTo>
                  <a:cubicBezTo>
                    <a:pt x="109745" y="-8877"/>
                    <a:pt x="152985" y="6253"/>
                    <a:pt x="174392" y="41393"/>
                  </a:cubicBezTo>
                  <a:cubicBezTo>
                    <a:pt x="179437" y="49337"/>
                    <a:pt x="177102" y="59870"/>
                    <a:pt x="169160" y="64920"/>
                  </a:cubicBezTo>
                  <a:cubicBezTo>
                    <a:pt x="161201" y="69970"/>
                    <a:pt x="150667" y="67623"/>
                    <a:pt x="145623" y="59679"/>
                  </a:cubicBezTo>
                  <a:cubicBezTo>
                    <a:pt x="145367" y="59275"/>
                    <a:pt x="145128" y="58861"/>
                    <a:pt x="144907" y="58436"/>
                  </a:cubicBezTo>
                  <a:cubicBezTo>
                    <a:pt x="131459" y="36295"/>
                    <a:pt x="103780" y="27427"/>
                    <a:pt x="79970" y="37643"/>
                  </a:cubicBezTo>
                  <a:cubicBezTo>
                    <a:pt x="60778" y="42601"/>
                    <a:pt x="43479" y="53093"/>
                    <a:pt x="30202" y="67810"/>
                  </a:cubicBezTo>
                  <a:cubicBezTo>
                    <a:pt x="27168" y="72090"/>
                    <a:pt x="22327" y="74730"/>
                    <a:pt x="17078" y="7496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9" id="19"/>
            <p:cNvSpPr/>
            <p:nvPr/>
          </p:nvSpPr>
          <p:spPr>
            <a:xfrm flipH="false" flipV="false" rot="0">
              <a:off x="6399691" y="2233001"/>
              <a:ext cx="62324" cy="86538"/>
            </a:xfrm>
            <a:custGeom>
              <a:rect l="l" t="t" r="r" b="b"/>
              <a:pathLst>
                <a:path w="62324" h="86538">
                  <a:moveTo>
                    <a:pt x="156" y="40976"/>
                  </a:moveTo>
                  <a:cubicBezTo>
                    <a:pt x="-1548" y="64838"/>
                    <a:pt x="10894" y="85290"/>
                    <a:pt x="28108" y="86483"/>
                  </a:cubicBezTo>
                  <a:cubicBezTo>
                    <a:pt x="45322" y="87676"/>
                    <a:pt x="60662" y="69439"/>
                    <a:pt x="62196" y="45578"/>
                  </a:cubicBezTo>
                  <a:cubicBezTo>
                    <a:pt x="63729" y="21717"/>
                    <a:pt x="51458" y="1435"/>
                    <a:pt x="34244" y="71"/>
                  </a:cubicBezTo>
                  <a:cubicBezTo>
                    <a:pt x="17030" y="-1292"/>
                    <a:pt x="1861" y="17115"/>
                    <a:pt x="156" y="4097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0" id="20"/>
            <p:cNvSpPr/>
            <p:nvPr/>
          </p:nvSpPr>
          <p:spPr>
            <a:xfrm flipH="false" flipV="false" rot="0">
              <a:off x="7030079" y="4075800"/>
              <a:ext cx="285187" cy="579880"/>
            </a:xfrm>
            <a:custGeom>
              <a:rect l="l" t="t" r="r" b="b"/>
              <a:pathLst>
                <a:path w="285187" h="579880">
                  <a:moveTo>
                    <a:pt x="267126" y="579880"/>
                  </a:moveTo>
                  <a:cubicBezTo>
                    <a:pt x="260172" y="579812"/>
                    <a:pt x="253883" y="575773"/>
                    <a:pt x="250934" y="569483"/>
                  </a:cubicBezTo>
                  <a:lnTo>
                    <a:pt x="1583" y="25104"/>
                  </a:lnTo>
                  <a:cubicBezTo>
                    <a:pt x="-2456" y="16156"/>
                    <a:pt x="1498" y="5622"/>
                    <a:pt x="10446" y="1583"/>
                  </a:cubicBezTo>
                  <a:cubicBezTo>
                    <a:pt x="19394" y="-2456"/>
                    <a:pt x="29927" y="1498"/>
                    <a:pt x="33966" y="10446"/>
                  </a:cubicBezTo>
                  <a:lnTo>
                    <a:pt x="283317" y="554485"/>
                  </a:lnTo>
                  <a:cubicBezTo>
                    <a:pt x="287595" y="562870"/>
                    <a:pt x="284289" y="573131"/>
                    <a:pt x="275903" y="577426"/>
                  </a:cubicBezTo>
                  <a:cubicBezTo>
                    <a:pt x="275477" y="577630"/>
                    <a:pt x="275051" y="577835"/>
                    <a:pt x="274625" y="578005"/>
                  </a:cubicBezTo>
                  <a:cubicBezTo>
                    <a:pt x="272307" y="579198"/>
                    <a:pt x="269734" y="579846"/>
                    <a:pt x="267126" y="57988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1" id="21"/>
            <p:cNvSpPr/>
            <p:nvPr/>
          </p:nvSpPr>
          <p:spPr>
            <a:xfrm flipH="false" flipV="false" rot="0">
              <a:off x="4428900" y="2894202"/>
              <a:ext cx="2720364" cy="2720364"/>
            </a:xfrm>
            <a:custGeom>
              <a:rect l="l" t="t" r="r" b="b"/>
              <a:pathLst>
                <a:path w="2720364" h="2720364">
                  <a:moveTo>
                    <a:pt x="2720364" y="883893"/>
                  </a:moveTo>
                  <a:lnTo>
                    <a:pt x="1360267" y="441946"/>
                  </a:lnTo>
                  <a:lnTo>
                    <a:pt x="0" y="0"/>
                  </a:lnTo>
                  <a:lnTo>
                    <a:pt x="442117" y="1360097"/>
                  </a:lnTo>
                  <a:lnTo>
                    <a:pt x="884063" y="2720364"/>
                  </a:lnTo>
                  <a:lnTo>
                    <a:pt x="1361972" y="1789942"/>
                  </a:lnTo>
                  <a:lnTo>
                    <a:pt x="2088209" y="2516179"/>
                  </a:lnTo>
                  <a:lnTo>
                    <a:pt x="2516179" y="2088209"/>
                  </a:lnTo>
                  <a:lnTo>
                    <a:pt x="1789942" y="1361972"/>
                  </a:lnTo>
                  <a:lnTo>
                    <a:pt x="2720364" y="883893"/>
                  </a:lnTo>
                  <a:close/>
                </a:path>
              </a:pathLst>
            </a:custGeom>
            <a:solidFill>
              <a:srgbClr val="1D1D1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2" id="22"/>
            <p:cNvSpPr/>
            <p:nvPr/>
          </p:nvSpPr>
          <p:spPr>
            <a:xfrm flipH="false" flipV="false" rot="0">
              <a:off x="5739488" y="4220211"/>
              <a:ext cx="2308686" cy="1224849"/>
            </a:xfrm>
            <a:custGeom>
              <a:rect l="l" t="t" r="r" b="b"/>
              <a:pathLst>
                <a:path w="2308686" h="1224849">
                  <a:moveTo>
                    <a:pt x="2207257" y="693343"/>
                  </a:moveTo>
                  <a:lnTo>
                    <a:pt x="1077081" y="124420"/>
                  </a:lnTo>
                  <a:lnTo>
                    <a:pt x="592184" y="0"/>
                  </a:lnTo>
                  <a:lnTo>
                    <a:pt x="26159" y="146066"/>
                  </a:lnTo>
                  <a:cubicBezTo>
                    <a:pt x="7189" y="151298"/>
                    <a:pt x="-3940" y="170915"/>
                    <a:pt x="1292" y="189885"/>
                  </a:cubicBezTo>
                  <a:cubicBezTo>
                    <a:pt x="2758" y="195186"/>
                    <a:pt x="5434" y="200077"/>
                    <a:pt x="9115" y="204185"/>
                  </a:cubicBezTo>
                  <a:lnTo>
                    <a:pt x="9115" y="204185"/>
                  </a:lnTo>
                  <a:cubicBezTo>
                    <a:pt x="45913" y="245738"/>
                    <a:pt x="101425" y="265543"/>
                    <a:pt x="156204" y="256680"/>
                  </a:cubicBezTo>
                  <a:lnTo>
                    <a:pt x="539519" y="194470"/>
                  </a:lnTo>
                  <a:lnTo>
                    <a:pt x="54111" y="344796"/>
                  </a:lnTo>
                  <a:cubicBezTo>
                    <a:pt x="26040" y="353404"/>
                    <a:pt x="10257" y="383162"/>
                    <a:pt x="18864" y="411233"/>
                  </a:cubicBezTo>
                  <a:cubicBezTo>
                    <a:pt x="21421" y="419551"/>
                    <a:pt x="25972" y="427101"/>
                    <a:pt x="32124" y="433254"/>
                  </a:cubicBezTo>
                  <a:lnTo>
                    <a:pt x="32124" y="433254"/>
                  </a:lnTo>
                  <a:cubicBezTo>
                    <a:pt x="58883" y="460064"/>
                    <a:pt x="97164" y="471926"/>
                    <a:pt x="134387" y="464955"/>
                  </a:cubicBezTo>
                  <a:lnTo>
                    <a:pt x="631385" y="372067"/>
                  </a:lnTo>
                  <a:lnTo>
                    <a:pt x="273465" y="488817"/>
                  </a:lnTo>
                  <a:cubicBezTo>
                    <a:pt x="241985" y="499179"/>
                    <a:pt x="224873" y="533097"/>
                    <a:pt x="235236" y="564559"/>
                  </a:cubicBezTo>
                  <a:cubicBezTo>
                    <a:pt x="238304" y="573849"/>
                    <a:pt x="243570" y="582251"/>
                    <a:pt x="250626" y="589034"/>
                  </a:cubicBezTo>
                  <a:lnTo>
                    <a:pt x="250626" y="589034"/>
                  </a:lnTo>
                  <a:cubicBezTo>
                    <a:pt x="264807" y="602840"/>
                    <a:pt x="284952" y="608652"/>
                    <a:pt x="304314" y="604544"/>
                  </a:cubicBezTo>
                  <a:lnTo>
                    <a:pt x="594059" y="544891"/>
                  </a:lnTo>
                  <a:lnTo>
                    <a:pt x="491796" y="610169"/>
                  </a:lnTo>
                  <a:cubicBezTo>
                    <a:pt x="460725" y="630059"/>
                    <a:pt x="451658" y="671390"/>
                    <a:pt x="471548" y="702461"/>
                  </a:cubicBezTo>
                  <a:cubicBezTo>
                    <a:pt x="476576" y="710301"/>
                    <a:pt x="483172" y="716999"/>
                    <a:pt x="490944" y="722147"/>
                  </a:cubicBezTo>
                  <a:lnTo>
                    <a:pt x="490944" y="722147"/>
                  </a:lnTo>
                  <a:cubicBezTo>
                    <a:pt x="509795" y="734589"/>
                    <a:pt x="533656" y="736651"/>
                    <a:pt x="554347" y="727601"/>
                  </a:cubicBezTo>
                  <a:lnTo>
                    <a:pt x="803017" y="619372"/>
                  </a:lnTo>
                  <a:lnTo>
                    <a:pt x="1101454" y="770040"/>
                  </a:lnTo>
                  <a:cubicBezTo>
                    <a:pt x="1192996" y="816365"/>
                    <a:pt x="1291220" y="848100"/>
                    <a:pt x="1392562" y="864122"/>
                  </a:cubicBezTo>
                  <a:lnTo>
                    <a:pt x="1534708" y="886279"/>
                  </a:lnTo>
                  <a:lnTo>
                    <a:pt x="1838088" y="1212497"/>
                  </a:lnTo>
                  <a:lnTo>
                    <a:pt x="1978188" y="1223746"/>
                  </a:lnTo>
                  <a:cubicBezTo>
                    <a:pt x="2267933" y="1247267"/>
                    <a:pt x="2423714" y="889006"/>
                    <a:pt x="2207768" y="6931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3" id="23"/>
            <p:cNvSpPr/>
            <p:nvPr/>
          </p:nvSpPr>
          <p:spPr>
            <a:xfrm flipH="false" flipV="false" rot="0">
              <a:off x="5723584" y="4204347"/>
              <a:ext cx="2341711" cy="1258869"/>
            </a:xfrm>
            <a:custGeom>
              <a:rect l="l" t="t" r="r" b="b"/>
              <a:pathLst>
                <a:path w="2341711" h="1258869">
                  <a:moveTo>
                    <a:pt x="2019316" y="1258017"/>
                  </a:moveTo>
                  <a:cubicBezTo>
                    <a:pt x="2010283" y="1258017"/>
                    <a:pt x="2001250" y="1258017"/>
                    <a:pt x="1992217" y="1256824"/>
                  </a:cubicBezTo>
                  <a:lnTo>
                    <a:pt x="1852117" y="1245575"/>
                  </a:lnTo>
                  <a:cubicBezTo>
                    <a:pt x="1847873" y="1245200"/>
                    <a:pt x="1843918" y="1243257"/>
                    <a:pt x="1841038" y="1240121"/>
                  </a:cubicBezTo>
                  <a:lnTo>
                    <a:pt x="1541578" y="919186"/>
                  </a:lnTo>
                  <a:lnTo>
                    <a:pt x="1405228" y="897540"/>
                  </a:lnTo>
                  <a:cubicBezTo>
                    <a:pt x="1302044" y="881349"/>
                    <a:pt x="1202031" y="849085"/>
                    <a:pt x="1108836" y="801924"/>
                  </a:cubicBezTo>
                  <a:lnTo>
                    <a:pt x="817727" y="654154"/>
                  </a:lnTo>
                  <a:lnTo>
                    <a:pt x="576387" y="759144"/>
                  </a:lnTo>
                  <a:cubicBezTo>
                    <a:pt x="533760" y="777245"/>
                    <a:pt x="484520" y="757355"/>
                    <a:pt x="466437" y="714728"/>
                  </a:cubicBezTo>
                  <a:cubicBezTo>
                    <a:pt x="450552" y="677317"/>
                    <a:pt x="463778" y="633906"/>
                    <a:pt x="497814" y="611716"/>
                  </a:cubicBezTo>
                  <a:lnTo>
                    <a:pt x="522358" y="595865"/>
                  </a:lnTo>
                  <a:lnTo>
                    <a:pt x="323456" y="637111"/>
                  </a:lnTo>
                  <a:cubicBezTo>
                    <a:pt x="281937" y="646417"/>
                    <a:pt x="240743" y="620306"/>
                    <a:pt x="231437" y="578787"/>
                  </a:cubicBezTo>
                  <a:cubicBezTo>
                    <a:pt x="222642" y="539552"/>
                    <a:pt x="245498" y="500163"/>
                    <a:pt x="283914" y="488318"/>
                  </a:cubicBezTo>
                  <a:lnTo>
                    <a:pt x="392313" y="453037"/>
                  </a:lnTo>
                  <a:lnTo>
                    <a:pt x="153700" y="497863"/>
                  </a:lnTo>
                  <a:cubicBezTo>
                    <a:pt x="110937" y="505907"/>
                    <a:pt x="66964" y="492238"/>
                    <a:pt x="36268" y="461389"/>
                  </a:cubicBezTo>
                  <a:cubicBezTo>
                    <a:pt x="8895" y="433778"/>
                    <a:pt x="9083" y="389208"/>
                    <a:pt x="36677" y="361836"/>
                  </a:cubicBezTo>
                  <a:cubicBezTo>
                    <a:pt x="44687" y="353911"/>
                    <a:pt x="54488" y="347996"/>
                    <a:pt x="65242" y="344639"/>
                  </a:cubicBezTo>
                  <a:lnTo>
                    <a:pt x="317661" y="266578"/>
                  </a:lnTo>
                  <a:lnTo>
                    <a:pt x="175175" y="289587"/>
                  </a:lnTo>
                  <a:cubicBezTo>
                    <a:pt x="114704" y="299558"/>
                    <a:pt x="53346" y="277742"/>
                    <a:pt x="12747" y="231809"/>
                  </a:cubicBezTo>
                  <a:cubicBezTo>
                    <a:pt x="-6222" y="209771"/>
                    <a:pt x="-3734" y="176518"/>
                    <a:pt x="18304" y="157532"/>
                  </a:cubicBezTo>
                  <a:cubicBezTo>
                    <a:pt x="24286" y="152384"/>
                    <a:pt x="31359" y="148635"/>
                    <a:pt x="38995" y="146590"/>
                  </a:cubicBezTo>
                  <a:lnTo>
                    <a:pt x="605020" y="524"/>
                  </a:lnTo>
                  <a:cubicBezTo>
                    <a:pt x="607764" y="-175"/>
                    <a:pt x="610628" y="-175"/>
                    <a:pt x="613372" y="524"/>
                  </a:cubicBezTo>
                  <a:lnTo>
                    <a:pt x="1098268" y="124603"/>
                  </a:lnTo>
                  <a:cubicBezTo>
                    <a:pt x="1099461" y="124825"/>
                    <a:pt x="1100603" y="125217"/>
                    <a:pt x="1101677" y="125796"/>
                  </a:cubicBezTo>
                  <a:lnTo>
                    <a:pt x="2232023" y="694719"/>
                  </a:lnTo>
                  <a:cubicBezTo>
                    <a:pt x="2233438" y="695366"/>
                    <a:pt x="2234716" y="696304"/>
                    <a:pt x="2235773" y="697446"/>
                  </a:cubicBezTo>
                  <a:cubicBezTo>
                    <a:pt x="2367743" y="817025"/>
                    <a:pt x="2377782" y="1020954"/>
                    <a:pt x="2258203" y="1152942"/>
                  </a:cubicBezTo>
                  <a:cubicBezTo>
                    <a:pt x="2197373" y="1220061"/>
                    <a:pt x="2111097" y="1258511"/>
                    <a:pt x="2020510" y="1258869"/>
                  </a:cubicBezTo>
                  <a:close/>
                  <a:moveTo>
                    <a:pt x="1861491" y="1212169"/>
                  </a:moveTo>
                  <a:lnTo>
                    <a:pt x="1994944" y="1222907"/>
                  </a:lnTo>
                  <a:cubicBezTo>
                    <a:pt x="2153707" y="1235673"/>
                    <a:pt x="2292751" y="1117320"/>
                    <a:pt x="2305516" y="958557"/>
                  </a:cubicBezTo>
                  <a:cubicBezTo>
                    <a:pt x="2312624" y="870168"/>
                    <a:pt x="2278672" y="783432"/>
                    <a:pt x="2213446" y="723352"/>
                  </a:cubicBezTo>
                  <a:lnTo>
                    <a:pt x="1086849" y="156305"/>
                  </a:lnTo>
                  <a:lnTo>
                    <a:pt x="608088" y="33760"/>
                  </a:lnTo>
                  <a:lnTo>
                    <a:pt x="45642" y="178802"/>
                  </a:lnTo>
                  <a:cubicBezTo>
                    <a:pt x="35637" y="181478"/>
                    <a:pt x="29689" y="191756"/>
                    <a:pt x="32365" y="201760"/>
                  </a:cubicBezTo>
                  <a:cubicBezTo>
                    <a:pt x="33098" y="204470"/>
                    <a:pt x="34427" y="207010"/>
                    <a:pt x="36268" y="209140"/>
                  </a:cubicBezTo>
                  <a:cubicBezTo>
                    <a:pt x="69128" y="246381"/>
                    <a:pt x="118845" y="264090"/>
                    <a:pt x="167846" y="256011"/>
                  </a:cubicBezTo>
                  <a:lnTo>
                    <a:pt x="551162" y="193971"/>
                  </a:lnTo>
                  <a:cubicBezTo>
                    <a:pt x="560041" y="192471"/>
                    <a:pt x="568546" y="198147"/>
                    <a:pt x="570592" y="206925"/>
                  </a:cubicBezTo>
                  <a:cubicBezTo>
                    <a:pt x="572603" y="215634"/>
                    <a:pt x="567541" y="224411"/>
                    <a:pt x="559002" y="227036"/>
                  </a:cubicBezTo>
                  <a:lnTo>
                    <a:pt x="73423" y="377192"/>
                  </a:lnTo>
                  <a:cubicBezTo>
                    <a:pt x="54351" y="383073"/>
                    <a:pt x="43648" y="403287"/>
                    <a:pt x="49528" y="422359"/>
                  </a:cubicBezTo>
                  <a:cubicBezTo>
                    <a:pt x="51283" y="428034"/>
                    <a:pt x="54385" y="433181"/>
                    <a:pt x="58595" y="437357"/>
                  </a:cubicBezTo>
                  <a:cubicBezTo>
                    <a:pt x="81281" y="460247"/>
                    <a:pt x="113834" y="470405"/>
                    <a:pt x="145519" y="464457"/>
                  </a:cubicBezTo>
                  <a:lnTo>
                    <a:pt x="642687" y="371227"/>
                  </a:lnTo>
                  <a:cubicBezTo>
                    <a:pt x="651959" y="369591"/>
                    <a:pt x="660788" y="375795"/>
                    <a:pt x="662424" y="385067"/>
                  </a:cubicBezTo>
                  <a:cubicBezTo>
                    <a:pt x="663873" y="393299"/>
                    <a:pt x="659117" y="401395"/>
                    <a:pt x="651209" y="404122"/>
                  </a:cubicBezTo>
                  <a:lnTo>
                    <a:pt x="293289" y="520872"/>
                  </a:lnTo>
                  <a:cubicBezTo>
                    <a:pt x="270825" y="528508"/>
                    <a:pt x="258809" y="552897"/>
                    <a:pt x="266445" y="575361"/>
                  </a:cubicBezTo>
                  <a:cubicBezTo>
                    <a:pt x="273347" y="595677"/>
                    <a:pt x="294209" y="607778"/>
                    <a:pt x="315275" y="603705"/>
                  </a:cubicBezTo>
                  <a:lnTo>
                    <a:pt x="605020" y="544052"/>
                  </a:lnTo>
                  <a:cubicBezTo>
                    <a:pt x="613014" y="542466"/>
                    <a:pt x="621007" y="546744"/>
                    <a:pt x="624109" y="554278"/>
                  </a:cubicBezTo>
                  <a:cubicBezTo>
                    <a:pt x="627245" y="561862"/>
                    <a:pt x="624518" y="570606"/>
                    <a:pt x="617633" y="575071"/>
                  </a:cubicBezTo>
                  <a:lnTo>
                    <a:pt x="515370" y="640349"/>
                  </a:lnTo>
                  <a:cubicBezTo>
                    <a:pt x="492309" y="655296"/>
                    <a:pt x="485730" y="686129"/>
                    <a:pt x="500695" y="709189"/>
                  </a:cubicBezTo>
                  <a:cubicBezTo>
                    <a:pt x="504496" y="715052"/>
                    <a:pt x="509507" y="720063"/>
                    <a:pt x="515370" y="723864"/>
                  </a:cubicBezTo>
                  <a:cubicBezTo>
                    <a:pt x="529533" y="732931"/>
                    <a:pt x="547242" y="734465"/>
                    <a:pt x="562751" y="727954"/>
                  </a:cubicBezTo>
                  <a:lnTo>
                    <a:pt x="811250" y="619556"/>
                  </a:lnTo>
                  <a:cubicBezTo>
                    <a:pt x="815835" y="617408"/>
                    <a:pt x="821153" y="617408"/>
                    <a:pt x="825738" y="619556"/>
                  </a:cubicBezTo>
                  <a:lnTo>
                    <a:pt x="1124516" y="770734"/>
                  </a:lnTo>
                  <a:cubicBezTo>
                    <a:pt x="1214524" y="816190"/>
                    <a:pt x="1311078" y="847363"/>
                    <a:pt x="1410681" y="863112"/>
                  </a:cubicBezTo>
                  <a:lnTo>
                    <a:pt x="1552316" y="885439"/>
                  </a:lnTo>
                  <a:cubicBezTo>
                    <a:pt x="1556082" y="886104"/>
                    <a:pt x="1559542" y="887962"/>
                    <a:pt x="1562201" y="890723"/>
                  </a:cubicBez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4" id="24"/>
            <p:cNvSpPr/>
            <p:nvPr/>
          </p:nvSpPr>
          <p:spPr>
            <a:xfrm flipH="false" flipV="false" rot="0">
              <a:off x="6333036" y="4697438"/>
              <a:ext cx="160041" cy="68175"/>
            </a:xfrm>
            <a:custGeom>
              <a:rect l="l" t="t" r="r" b="b"/>
              <a:pathLst>
                <a:path w="160041" h="68175">
                  <a:moveTo>
                    <a:pt x="160041" y="0"/>
                  </a:moveTo>
                  <a:lnTo>
                    <a:pt x="0" y="681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5" id="25"/>
            <p:cNvSpPr/>
            <p:nvPr/>
          </p:nvSpPr>
          <p:spPr>
            <a:xfrm flipH="false" flipV="false" rot="0">
              <a:off x="6315595" y="4680474"/>
              <a:ext cx="193922" cy="102187"/>
            </a:xfrm>
            <a:custGeom>
              <a:rect l="l" t="t" r="r" b="b"/>
              <a:pathLst>
                <a:path w="193922" h="102187">
                  <a:moveTo>
                    <a:pt x="17441" y="102183"/>
                  </a:moveTo>
                  <a:cubicBezTo>
                    <a:pt x="8032" y="102405"/>
                    <a:pt x="226" y="94957"/>
                    <a:pt x="5" y="85531"/>
                  </a:cubicBezTo>
                  <a:cubicBezTo>
                    <a:pt x="-166" y="78390"/>
                    <a:pt x="4146" y="71913"/>
                    <a:pt x="10794" y="69289"/>
                  </a:cubicBezTo>
                  <a:lnTo>
                    <a:pt x="170835" y="1113"/>
                  </a:lnTo>
                  <a:cubicBezTo>
                    <a:pt x="179630" y="-2228"/>
                    <a:pt x="189481" y="2204"/>
                    <a:pt x="192805" y="11016"/>
                  </a:cubicBezTo>
                  <a:cubicBezTo>
                    <a:pt x="195975" y="19333"/>
                    <a:pt x="192191" y="28690"/>
                    <a:pt x="184129" y="32474"/>
                  </a:cubicBezTo>
                  <a:lnTo>
                    <a:pt x="24088" y="100649"/>
                  </a:lnTo>
                  <a:cubicBezTo>
                    <a:pt x="21991" y="101570"/>
                    <a:pt x="19725" y="102081"/>
                    <a:pt x="17441" y="102183"/>
                  </a:cubicBez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6" id="26"/>
            <p:cNvSpPr/>
            <p:nvPr/>
          </p:nvSpPr>
          <p:spPr>
            <a:xfrm flipH="false" flipV="false" rot="0">
              <a:off x="4614337" y="3445419"/>
              <a:ext cx="469183" cy="1030449"/>
            </a:xfrm>
            <a:custGeom>
              <a:rect l="l" t="t" r="r" b="b"/>
              <a:pathLst>
                <a:path w="469183" h="1030449">
                  <a:moveTo>
                    <a:pt x="340194" y="1030449"/>
                  </a:moveTo>
                  <a:cubicBezTo>
                    <a:pt x="340194" y="1030449"/>
                    <a:pt x="-21646" y="795245"/>
                    <a:pt x="1022" y="367956"/>
                  </a:cubicBezTo>
                  <a:cubicBezTo>
                    <a:pt x="19770" y="24864"/>
                    <a:pt x="227705" y="-54049"/>
                    <a:pt x="301164" y="32193"/>
                  </a:cubicBezTo>
                  <a:cubicBezTo>
                    <a:pt x="330479" y="66280"/>
                    <a:pt x="296221" y="191893"/>
                    <a:pt x="296221" y="191893"/>
                  </a:cubicBezTo>
                  <a:cubicBezTo>
                    <a:pt x="328942" y="199938"/>
                    <a:pt x="351556" y="229799"/>
                    <a:pt x="350421" y="263477"/>
                  </a:cubicBezTo>
                  <a:cubicBezTo>
                    <a:pt x="348887" y="328755"/>
                    <a:pt x="412460" y="317336"/>
                    <a:pt x="445184" y="346140"/>
                  </a:cubicBezTo>
                  <a:cubicBezTo>
                    <a:pt x="474762" y="372507"/>
                    <a:pt x="477358" y="417877"/>
                    <a:pt x="450983" y="447448"/>
                  </a:cubicBezTo>
                  <a:cubicBezTo>
                    <a:pt x="447557" y="451300"/>
                    <a:pt x="443727" y="454760"/>
                    <a:pt x="439560" y="457777"/>
                  </a:cubicBezTo>
                  <a:cubicBezTo>
                    <a:pt x="403086" y="482491"/>
                    <a:pt x="313436" y="581345"/>
                    <a:pt x="313436" y="581345"/>
                  </a:cubicBezTo>
                  <a:cubicBezTo>
                    <a:pt x="357773" y="584055"/>
                    <a:pt x="401417" y="593650"/>
                    <a:pt x="442798" y="609808"/>
                  </a:cubicBezTo>
                  <a:cubicBezTo>
                    <a:pt x="476886" y="626852"/>
                    <a:pt x="469557" y="712071"/>
                    <a:pt x="413824" y="751953"/>
                  </a:cubicBezTo>
                  <a:cubicBezTo>
                    <a:pt x="358090" y="791836"/>
                    <a:pt x="262474" y="839559"/>
                    <a:pt x="340194" y="1030449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7" id="27"/>
            <p:cNvSpPr/>
            <p:nvPr/>
          </p:nvSpPr>
          <p:spPr>
            <a:xfrm flipH="false" flipV="false" rot="0">
              <a:off x="4618087" y="3644418"/>
              <a:ext cx="351311" cy="240199"/>
            </a:xfrm>
            <a:custGeom>
              <a:rect l="l" t="t" r="r" b="b"/>
              <a:pathLst>
                <a:path w="351311" h="240199">
                  <a:moveTo>
                    <a:pt x="0" y="240200"/>
                  </a:moveTo>
                  <a:cubicBezTo>
                    <a:pt x="0" y="240200"/>
                    <a:pt x="139418" y="8574"/>
                    <a:pt x="272701" y="223"/>
                  </a:cubicBezTo>
                  <a:cubicBezTo>
                    <a:pt x="368999" y="-5743"/>
                    <a:pt x="349739" y="110155"/>
                    <a:pt x="349739" y="11015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8" id="28"/>
            <p:cNvSpPr/>
            <p:nvPr/>
          </p:nvSpPr>
          <p:spPr>
            <a:xfrm flipH="false" flipV="false" rot="0">
              <a:off x="4605534" y="3631880"/>
              <a:ext cx="377437" cy="265355"/>
            </a:xfrm>
            <a:custGeom>
              <a:rect l="l" t="t" r="r" b="b"/>
              <a:pathLst>
                <a:path w="377437" h="265355">
                  <a:moveTo>
                    <a:pt x="12553" y="265350"/>
                  </a:moveTo>
                  <a:cubicBezTo>
                    <a:pt x="10225" y="265384"/>
                    <a:pt x="7927" y="264805"/>
                    <a:pt x="5906" y="263646"/>
                  </a:cubicBezTo>
                  <a:cubicBezTo>
                    <a:pt x="187" y="259998"/>
                    <a:pt x="-1682" y="252516"/>
                    <a:pt x="1645" y="246602"/>
                  </a:cubicBezTo>
                  <a:cubicBezTo>
                    <a:pt x="7440" y="236887"/>
                    <a:pt x="146006" y="9352"/>
                    <a:pt x="285424" y="660"/>
                  </a:cubicBezTo>
                  <a:cubicBezTo>
                    <a:pt x="310675" y="-2596"/>
                    <a:pt x="335971" y="6318"/>
                    <a:pt x="353600" y="24692"/>
                  </a:cubicBezTo>
                  <a:cubicBezTo>
                    <a:pt x="385983" y="60484"/>
                    <a:pt x="376097" y="122694"/>
                    <a:pt x="375757" y="125250"/>
                  </a:cubicBezTo>
                  <a:cubicBezTo>
                    <a:pt x="374627" y="132170"/>
                    <a:pt x="368102" y="136857"/>
                    <a:pt x="361184" y="135732"/>
                  </a:cubicBezTo>
                  <a:cubicBezTo>
                    <a:pt x="354266" y="134607"/>
                    <a:pt x="349572" y="128079"/>
                    <a:pt x="350702" y="121160"/>
                  </a:cubicBezTo>
                  <a:cubicBezTo>
                    <a:pt x="350702" y="121160"/>
                    <a:pt x="358883" y="68324"/>
                    <a:pt x="334681" y="41565"/>
                  </a:cubicBezTo>
                  <a:cubicBezTo>
                    <a:pt x="322162" y="29072"/>
                    <a:pt x="304430" y="23311"/>
                    <a:pt x="286958" y="26055"/>
                  </a:cubicBezTo>
                  <a:cubicBezTo>
                    <a:pt x="161004" y="33895"/>
                    <a:pt x="24824" y="257510"/>
                    <a:pt x="23290" y="259726"/>
                  </a:cubicBezTo>
                  <a:cubicBezTo>
                    <a:pt x="20928" y="263339"/>
                    <a:pt x="16865" y="265470"/>
                    <a:pt x="12553" y="26535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9" id="29"/>
            <p:cNvSpPr/>
            <p:nvPr/>
          </p:nvSpPr>
          <p:spPr>
            <a:xfrm flipH="false" flipV="false" rot="0">
              <a:off x="4664616" y="3762817"/>
              <a:ext cx="409191" cy="310305"/>
            </a:xfrm>
            <a:custGeom>
              <a:rect l="l" t="t" r="r" b="b"/>
              <a:pathLst>
                <a:path w="409191" h="310305">
                  <a:moveTo>
                    <a:pt x="0" y="310306"/>
                  </a:moveTo>
                  <a:cubicBezTo>
                    <a:pt x="73970" y="154866"/>
                    <a:pt x="290768" y="-54943"/>
                    <a:pt x="373601" y="13232"/>
                  </a:cubicBezTo>
                  <a:cubicBezTo>
                    <a:pt x="456434" y="81407"/>
                    <a:pt x="373601" y="145833"/>
                    <a:pt x="337127" y="183670"/>
                  </a:cubicBezTo>
                  <a:cubicBezTo>
                    <a:pt x="304684" y="217911"/>
                    <a:pt x="275365" y="254999"/>
                    <a:pt x="249522" y="294455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0" id="30"/>
            <p:cNvSpPr/>
            <p:nvPr/>
          </p:nvSpPr>
          <p:spPr>
            <a:xfrm flipH="false" flipV="false" rot="0">
              <a:off x="4651737" y="3749679"/>
              <a:ext cx="434769" cy="336057"/>
            </a:xfrm>
            <a:custGeom>
              <a:rect l="l" t="t" r="r" b="b"/>
              <a:pathLst>
                <a:path w="434769" h="336057">
                  <a:moveTo>
                    <a:pt x="12879" y="336056"/>
                  </a:moveTo>
                  <a:cubicBezTo>
                    <a:pt x="10993" y="336090"/>
                    <a:pt x="9126" y="335681"/>
                    <a:pt x="7425" y="334863"/>
                  </a:cubicBezTo>
                  <a:cubicBezTo>
                    <a:pt x="1076" y="331999"/>
                    <a:pt x="-1746" y="324534"/>
                    <a:pt x="1121" y="318177"/>
                  </a:cubicBezTo>
                  <a:cubicBezTo>
                    <a:pt x="1175" y="318058"/>
                    <a:pt x="1232" y="317938"/>
                    <a:pt x="1289" y="317819"/>
                  </a:cubicBezTo>
                  <a:cubicBezTo>
                    <a:pt x="61284" y="192036"/>
                    <a:pt x="214508" y="27392"/>
                    <a:pt x="321543" y="3361"/>
                  </a:cubicBezTo>
                  <a:cubicBezTo>
                    <a:pt x="346427" y="-4019"/>
                    <a:pt x="373341" y="906"/>
                    <a:pt x="393979" y="16655"/>
                  </a:cubicBezTo>
                  <a:cubicBezTo>
                    <a:pt x="417011" y="32744"/>
                    <a:pt x="431885" y="58071"/>
                    <a:pt x="434714" y="86023"/>
                  </a:cubicBezTo>
                  <a:cubicBezTo>
                    <a:pt x="436418" y="129655"/>
                    <a:pt x="398922" y="165959"/>
                    <a:pt x="371481" y="192547"/>
                  </a:cubicBezTo>
                  <a:cubicBezTo>
                    <a:pt x="366880" y="197149"/>
                    <a:pt x="362448" y="201239"/>
                    <a:pt x="358698" y="205330"/>
                  </a:cubicBezTo>
                  <a:cubicBezTo>
                    <a:pt x="327084" y="238940"/>
                    <a:pt x="298563" y="275346"/>
                    <a:pt x="273479" y="314070"/>
                  </a:cubicBezTo>
                  <a:cubicBezTo>
                    <a:pt x="270309" y="320376"/>
                    <a:pt x="262626" y="322915"/>
                    <a:pt x="256318" y="319745"/>
                  </a:cubicBezTo>
                  <a:cubicBezTo>
                    <a:pt x="250010" y="316575"/>
                    <a:pt x="247467" y="308888"/>
                    <a:pt x="250637" y="302582"/>
                  </a:cubicBezTo>
                  <a:cubicBezTo>
                    <a:pt x="251019" y="301832"/>
                    <a:pt x="251477" y="301099"/>
                    <a:pt x="252004" y="300434"/>
                  </a:cubicBezTo>
                  <a:cubicBezTo>
                    <a:pt x="278243" y="260211"/>
                    <a:pt x="308080" y="222442"/>
                    <a:pt x="341143" y="187604"/>
                  </a:cubicBezTo>
                  <a:cubicBezTo>
                    <a:pt x="345234" y="183343"/>
                    <a:pt x="349836" y="179082"/>
                    <a:pt x="354608" y="174310"/>
                  </a:cubicBezTo>
                  <a:cubicBezTo>
                    <a:pt x="378640" y="151130"/>
                    <a:pt x="411364" y="119259"/>
                    <a:pt x="410171" y="87046"/>
                  </a:cubicBezTo>
                  <a:cubicBezTo>
                    <a:pt x="407621" y="66218"/>
                    <a:pt x="396105" y="47538"/>
                    <a:pt x="378640" y="35914"/>
                  </a:cubicBezTo>
                  <a:cubicBezTo>
                    <a:pt x="363844" y="25262"/>
                    <a:pt x="344855" y="22279"/>
                    <a:pt x="327508" y="27904"/>
                  </a:cubicBezTo>
                  <a:cubicBezTo>
                    <a:pt x="228484" y="49890"/>
                    <a:pt x="80714" y="210273"/>
                    <a:pt x="24299" y="328557"/>
                  </a:cubicBezTo>
                  <a:cubicBezTo>
                    <a:pt x="22328" y="333107"/>
                    <a:pt x="17841" y="336056"/>
                    <a:pt x="12879" y="336056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1" id="31"/>
            <p:cNvSpPr/>
            <p:nvPr/>
          </p:nvSpPr>
          <p:spPr>
            <a:xfrm flipH="false" flipV="false" rot="0">
              <a:off x="4603830" y="3429942"/>
              <a:ext cx="484495" cy="1075070"/>
            </a:xfrm>
            <a:custGeom>
              <a:rect l="l" t="t" r="r" b="b"/>
              <a:pathLst>
                <a:path w="484495" h="1075070">
                  <a:moveTo>
                    <a:pt x="352406" y="1073878"/>
                  </a:moveTo>
                  <a:cubicBezTo>
                    <a:pt x="350050" y="1073946"/>
                    <a:pt x="347732" y="1073281"/>
                    <a:pt x="345759" y="1072003"/>
                  </a:cubicBezTo>
                  <a:cubicBezTo>
                    <a:pt x="340986" y="1069106"/>
                    <a:pt x="-133173" y="774759"/>
                    <a:pt x="36754" y="208563"/>
                  </a:cubicBezTo>
                  <a:cubicBezTo>
                    <a:pt x="73569" y="85677"/>
                    <a:pt x="123507" y="16479"/>
                    <a:pt x="184865" y="2503"/>
                  </a:cubicBezTo>
                  <a:cubicBezTo>
                    <a:pt x="253040" y="-12666"/>
                    <a:pt x="306728" y="45965"/>
                    <a:pt x="308944" y="48351"/>
                  </a:cubicBezTo>
                  <a:cubicBezTo>
                    <a:pt x="310055" y="49663"/>
                    <a:pt x="310921" y="51163"/>
                    <a:pt x="311501" y="52783"/>
                  </a:cubicBezTo>
                  <a:cubicBezTo>
                    <a:pt x="312864" y="56532"/>
                    <a:pt x="343032" y="146012"/>
                    <a:pt x="298547" y="221175"/>
                  </a:cubicBezTo>
                  <a:cubicBezTo>
                    <a:pt x="295072" y="227107"/>
                    <a:pt x="287450" y="229101"/>
                    <a:pt x="281522" y="225624"/>
                  </a:cubicBezTo>
                  <a:cubicBezTo>
                    <a:pt x="281515" y="225607"/>
                    <a:pt x="281509" y="225607"/>
                    <a:pt x="281503" y="225607"/>
                  </a:cubicBezTo>
                  <a:cubicBezTo>
                    <a:pt x="275647" y="222062"/>
                    <a:pt x="273682" y="214511"/>
                    <a:pt x="277072" y="208563"/>
                  </a:cubicBezTo>
                  <a:cubicBezTo>
                    <a:pt x="311160" y="150103"/>
                    <a:pt x="292923" y="78178"/>
                    <a:pt x="288662" y="64031"/>
                  </a:cubicBezTo>
                  <a:cubicBezTo>
                    <a:pt x="279629" y="54998"/>
                    <a:pt x="237530" y="16990"/>
                    <a:pt x="190660" y="27728"/>
                  </a:cubicBezTo>
                  <a:cubicBezTo>
                    <a:pt x="139528" y="39318"/>
                    <a:pt x="95044" y="104596"/>
                    <a:pt x="61468" y="216233"/>
                  </a:cubicBezTo>
                  <a:cubicBezTo>
                    <a:pt x="-80507" y="689369"/>
                    <a:pt x="242473" y="966161"/>
                    <a:pt x="335362" y="1034336"/>
                  </a:cubicBezTo>
                  <a:lnTo>
                    <a:pt x="307580" y="865773"/>
                  </a:lnTo>
                  <a:cubicBezTo>
                    <a:pt x="306924" y="861546"/>
                    <a:pt x="308392" y="857285"/>
                    <a:pt x="311501" y="854353"/>
                  </a:cubicBezTo>
                  <a:lnTo>
                    <a:pt x="425694" y="747318"/>
                  </a:lnTo>
                  <a:cubicBezTo>
                    <a:pt x="425694" y="747318"/>
                    <a:pt x="459782" y="718855"/>
                    <a:pt x="459782" y="685279"/>
                  </a:cubicBezTo>
                  <a:cubicBezTo>
                    <a:pt x="458423" y="664792"/>
                    <a:pt x="447906" y="646010"/>
                    <a:pt x="431148" y="634147"/>
                  </a:cubicBezTo>
                  <a:cubicBezTo>
                    <a:pt x="417094" y="621978"/>
                    <a:pt x="398366" y="616677"/>
                    <a:pt x="380017" y="619660"/>
                  </a:cubicBezTo>
                  <a:cubicBezTo>
                    <a:pt x="297354" y="629205"/>
                    <a:pt x="199182" y="760101"/>
                    <a:pt x="198159" y="761464"/>
                  </a:cubicBezTo>
                  <a:cubicBezTo>
                    <a:pt x="193465" y="766731"/>
                    <a:pt x="185385" y="767208"/>
                    <a:pt x="180111" y="762504"/>
                  </a:cubicBezTo>
                  <a:cubicBezTo>
                    <a:pt x="175493" y="758397"/>
                    <a:pt x="174480" y="751579"/>
                    <a:pt x="177707" y="746295"/>
                  </a:cubicBezTo>
                  <a:cubicBezTo>
                    <a:pt x="181967" y="740501"/>
                    <a:pt x="283549" y="605343"/>
                    <a:pt x="377119" y="594265"/>
                  </a:cubicBezTo>
                  <a:cubicBezTo>
                    <a:pt x="402213" y="590788"/>
                    <a:pt x="427593" y="598236"/>
                    <a:pt x="446828" y="614717"/>
                  </a:cubicBezTo>
                  <a:cubicBezTo>
                    <a:pt x="469640" y="631352"/>
                    <a:pt x="483531" y="657565"/>
                    <a:pt x="484495" y="685790"/>
                  </a:cubicBezTo>
                  <a:cubicBezTo>
                    <a:pt x="484495" y="731297"/>
                    <a:pt x="444272" y="765384"/>
                    <a:pt x="442568" y="766748"/>
                  </a:cubicBezTo>
                  <a:lnTo>
                    <a:pt x="333828" y="869011"/>
                  </a:lnTo>
                  <a:lnTo>
                    <a:pt x="365189" y="1060243"/>
                  </a:lnTo>
                  <a:cubicBezTo>
                    <a:pt x="366412" y="1067094"/>
                    <a:pt x="361845" y="1073656"/>
                    <a:pt x="354988" y="1074866"/>
                  </a:cubicBezTo>
                  <a:cubicBezTo>
                    <a:pt x="354248" y="1075003"/>
                    <a:pt x="353498" y="1075071"/>
                    <a:pt x="352747" y="107507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2" id="32"/>
            <p:cNvSpPr/>
            <p:nvPr/>
          </p:nvSpPr>
          <p:spPr>
            <a:xfrm flipH="false" flipV="false" rot="20280000">
              <a:off x="3759356" y="2933927"/>
              <a:ext cx="294346" cy="34087"/>
            </a:xfrm>
            <a:custGeom>
              <a:rect l="l" t="t" r="r" b="b"/>
              <a:pathLst>
                <a:path w="294346" h="34087">
                  <a:moveTo>
                    <a:pt x="0" y="0"/>
                  </a:moveTo>
                  <a:lnTo>
                    <a:pt x="294347" y="0"/>
                  </a:lnTo>
                  <a:lnTo>
                    <a:pt x="294347" y="34088"/>
                  </a:lnTo>
                  <a:lnTo>
                    <a:pt x="0" y="34088"/>
                  </a:ln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3" id="33"/>
            <p:cNvSpPr/>
            <p:nvPr/>
          </p:nvSpPr>
          <p:spPr>
            <a:xfrm flipH="false" flipV="false" rot="20280000">
              <a:off x="4601644" y="2603350"/>
              <a:ext cx="294346" cy="34087"/>
            </a:xfrm>
            <a:custGeom>
              <a:rect l="l" t="t" r="r" b="b"/>
              <a:pathLst>
                <a:path w="294346" h="34087">
                  <a:moveTo>
                    <a:pt x="0" y="0"/>
                  </a:moveTo>
                  <a:lnTo>
                    <a:pt x="294347" y="0"/>
                  </a:lnTo>
                  <a:lnTo>
                    <a:pt x="294347" y="34088"/>
                  </a:lnTo>
                  <a:lnTo>
                    <a:pt x="0" y="34088"/>
                  </a:ln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4" id="34"/>
            <p:cNvSpPr/>
            <p:nvPr/>
          </p:nvSpPr>
          <p:spPr>
            <a:xfrm flipH="false" flipV="false" rot="16680000">
              <a:off x="4112909" y="3215918"/>
              <a:ext cx="294517" cy="34087"/>
            </a:xfrm>
            <a:custGeom>
              <a:rect l="l" t="t" r="r" b="b"/>
              <a:pathLst>
                <a:path w="294517" h="34087">
                  <a:moveTo>
                    <a:pt x="0" y="0"/>
                  </a:moveTo>
                  <a:lnTo>
                    <a:pt x="294517" y="0"/>
                  </a:lnTo>
                  <a:lnTo>
                    <a:pt x="294517" y="34088"/>
                  </a:lnTo>
                  <a:lnTo>
                    <a:pt x="0" y="34088"/>
                  </a:ln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5" id="35"/>
            <p:cNvSpPr/>
            <p:nvPr/>
          </p:nvSpPr>
          <p:spPr>
            <a:xfrm flipH="false" flipV="false" rot="16680000">
              <a:off x="4249171" y="2321325"/>
              <a:ext cx="294899" cy="34131"/>
            </a:xfrm>
            <a:custGeom>
              <a:rect l="l" t="t" r="r" b="b"/>
              <a:pathLst>
                <a:path w="294899" h="34131">
                  <a:moveTo>
                    <a:pt x="0" y="0"/>
                  </a:moveTo>
                  <a:lnTo>
                    <a:pt x="294900" y="0"/>
                  </a:lnTo>
                  <a:lnTo>
                    <a:pt x="294900" y="34132"/>
                  </a:lnTo>
                  <a:lnTo>
                    <a:pt x="0" y="34132"/>
                  </a:ln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6" id="36"/>
            <p:cNvSpPr/>
            <p:nvPr/>
          </p:nvSpPr>
          <p:spPr>
            <a:xfrm flipH="false" flipV="false" rot="18480000">
              <a:off x="3956969" y="2356488"/>
              <a:ext cx="34087" cy="294517"/>
            </a:xfrm>
            <a:custGeom>
              <a:rect l="l" t="t" r="r" b="b"/>
              <a:pathLst>
                <a:path w="34087" h="294517">
                  <a:moveTo>
                    <a:pt x="0" y="0"/>
                  </a:moveTo>
                  <a:lnTo>
                    <a:pt x="34088" y="0"/>
                  </a:lnTo>
                  <a:lnTo>
                    <a:pt x="34088" y="294517"/>
                  </a:lnTo>
                  <a:lnTo>
                    <a:pt x="0" y="294517"/>
                  </a:ln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7" id="37"/>
            <p:cNvSpPr/>
            <p:nvPr/>
          </p:nvSpPr>
          <p:spPr>
            <a:xfrm flipH="false" flipV="false" rot="18480000">
              <a:off x="4664277" y="2920508"/>
              <a:ext cx="34087" cy="294517"/>
            </a:xfrm>
            <a:custGeom>
              <a:rect l="l" t="t" r="r" b="b"/>
              <a:pathLst>
                <a:path w="34087" h="294517">
                  <a:moveTo>
                    <a:pt x="0" y="0"/>
                  </a:moveTo>
                  <a:lnTo>
                    <a:pt x="34088" y="0"/>
                  </a:lnTo>
                  <a:lnTo>
                    <a:pt x="34088" y="294517"/>
                  </a:lnTo>
                  <a:lnTo>
                    <a:pt x="0" y="294517"/>
                  </a:ln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  <p:grpSp>
        <p:nvGrpSpPr>
          <p:cNvPr name="Group 38" id="38"/>
          <p:cNvGrpSpPr/>
          <p:nvPr/>
        </p:nvGrpSpPr>
        <p:grpSpPr>
          <a:xfrm flipH="true" flipV="false" rot="0">
            <a:off x="8246846" y="546100"/>
            <a:ext cx="1244257" cy="1140826"/>
            <a:chOff x="7141946" y="2924204"/>
            <a:chExt cx="1393128" cy="1277322"/>
          </a:xfrm>
        </p:grpSpPr>
        <p:sp>
          <p:nvSpPr>
            <p:cNvPr name="AutoShape 39" id="39"/>
            <p:cNvSpPr/>
            <p:nvPr/>
          </p:nvSpPr>
          <p:spPr>
            <a:xfrm flipH="false" flipV="false" rot="0">
              <a:off x="7141946" y="2924204"/>
              <a:ext cx="1393128" cy="1277322"/>
            </a:xfrm>
            <a:custGeom>
              <a:rect l="l" t="t" r="r" b="b"/>
              <a:pathLst>
                <a:path w="1012214" h="930123">
                  <a:moveTo>
                    <a:pt x="990833" y="215687"/>
                  </a:moveTo>
                  <a:cubicBezTo>
                    <a:pt x="911546" y="16419"/>
                    <a:pt x="629935" y="-58664"/>
                    <a:pt x="361887" y="48134"/>
                  </a:cubicBezTo>
                  <a:cubicBezTo>
                    <a:pt x="93840" y="154933"/>
                    <a:pt x="-58429" y="402919"/>
                    <a:pt x="20284" y="602187"/>
                  </a:cubicBezTo>
                  <a:cubicBezTo>
                    <a:pt x="86580" y="768977"/>
                    <a:pt x="294637" y="848645"/>
                    <a:pt x="517022" y="807569"/>
                  </a:cubicBezTo>
                  <a:lnTo>
                    <a:pt x="666617" y="929652"/>
                  </a:lnTo>
                  <a:lnTo>
                    <a:pt x="669864" y="760762"/>
                  </a:lnTo>
                  <a:cubicBezTo>
                    <a:pt x="925302" y="649377"/>
                    <a:pt x="1068019" y="409415"/>
                    <a:pt x="990833" y="215687"/>
                  </a:cubicBezTo>
                  <a:close/>
                </a:path>
              </a:pathLst>
            </a:custGeom>
            <a:solidFill>
              <a:srgbClr val="DFBD0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40" id="40"/>
            <p:cNvSpPr/>
            <p:nvPr/>
          </p:nvSpPr>
          <p:spPr>
            <a:xfrm flipH="true" flipV="false" rot="0">
              <a:off x="7575668" y="3330880"/>
              <a:ext cx="501559" cy="350629"/>
            </a:xfrm>
            <a:custGeom>
              <a:rect l="l" t="t" r="r" b="b"/>
              <a:pathLst>
                <a:path w="364421" h="255322">
                  <a:moveTo>
                    <a:pt x="128907" y="254851"/>
                  </a:moveTo>
                  <a:cubicBezTo>
                    <a:pt x="123806" y="254832"/>
                    <a:pt x="118915" y="252769"/>
                    <a:pt x="115342" y="249120"/>
                  </a:cubicBezTo>
                  <a:lnTo>
                    <a:pt x="5105" y="139073"/>
                  </a:lnTo>
                  <a:cubicBezTo>
                    <a:pt x="-2327" y="131584"/>
                    <a:pt x="-2289" y="119471"/>
                    <a:pt x="5200" y="112039"/>
                  </a:cubicBezTo>
                  <a:cubicBezTo>
                    <a:pt x="12690" y="104608"/>
                    <a:pt x="24802" y="104645"/>
                    <a:pt x="32234" y="112135"/>
                  </a:cubicBezTo>
                  <a:lnTo>
                    <a:pt x="128907" y="207661"/>
                  </a:lnTo>
                  <a:lnTo>
                    <a:pt x="331232" y="5145"/>
                  </a:lnTo>
                  <a:cubicBezTo>
                    <a:pt x="338721" y="-2344"/>
                    <a:pt x="350873" y="-2344"/>
                    <a:pt x="358361" y="5145"/>
                  </a:cubicBezTo>
                  <a:cubicBezTo>
                    <a:pt x="365851" y="12635"/>
                    <a:pt x="365851" y="24785"/>
                    <a:pt x="358361" y="32275"/>
                  </a:cubicBezTo>
                  <a:lnTo>
                    <a:pt x="142281" y="248165"/>
                  </a:lnTo>
                  <a:cubicBezTo>
                    <a:pt x="138918" y="252119"/>
                    <a:pt x="134085" y="254527"/>
                    <a:pt x="128907" y="254851"/>
                  </a:cubicBez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778495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254000" y="254000"/>
            <a:ext cx="11684000" cy="6350000"/>
          </a:xfrm>
          <a:prstGeom prst="roundRect">
            <a:avLst>
              <a:gd name="adj" fmla="val 242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2F2F2F">
                <a:alpha val="100000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778495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778495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false" flipV="false" rot="0">
            <a:off x="3619500" y="1320800"/>
            <a:ext cx="8102600" cy="4965700"/>
          </a:xfrm>
          <a:prstGeom prst="roundRect">
            <a:avLst>
              <a:gd name="adj" fmla="val 5224"/>
            </a:avLst>
          </a:prstGeom>
          <a:solidFill>
            <a:srgbClr val="FFFFFF">
              <a:alpha val="100000"/>
            </a:srgbClr>
          </a:solidFill>
          <a:ln w="25400">
            <a:solidFill>
              <a:srgbClr val="2F2F2F">
                <a:alpha val="100000"/>
              </a:srgbClr>
            </a:solidFill>
            <a:prstDash val="solid"/>
            <a:headEnd type="none"/>
            <a:tailEnd type="none"/>
          </a:ln>
        </p:spPr>
      </p:sp>
      <p:grpSp>
        <p:nvGrpSpPr>
          <p:cNvPr name="Group 3" id="3"/>
          <p:cNvGrpSpPr/>
          <p:nvPr/>
        </p:nvGrpSpPr>
        <p:grpSpPr>
          <a:xfrm flipH="false" flipV="false" rot="0">
            <a:off x="2626456" y="1500188"/>
            <a:ext cx="994563" cy="4634686"/>
            <a:chOff x="2626456" y="1500188"/>
            <a:chExt cx="994563" cy="4634686"/>
          </a:xfrm>
        </p:grpSpPr>
        <p:sp>
          <p:nvSpPr>
            <p:cNvPr name="AutoShape 4" id="4"/>
            <p:cNvSpPr/>
            <p:nvPr/>
          </p:nvSpPr>
          <p:spPr>
            <a:xfrm flipH="false" flipV="false" rot="0">
              <a:off x="3621019" y="1500188"/>
              <a:ext cx="0" cy="4633913"/>
            </a:xfrm>
            <a:prstGeom prst="line">
              <a:avLst/>
            </a:prstGeom>
            <a:ln w="3175">
              <a:solidFill>
                <a:srgbClr val="2F2F2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name="AutoShape 5" id="5"/>
            <p:cNvSpPr/>
            <p:nvPr/>
          </p:nvSpPr>
          <p:spPr>
            <a:xfrm flipH="false" flipV="false" rot="0">
              <a:off x="2626456" y="5219207"/>
              <a:ext cx="870506" cy="915667"/>
            </a:xfrm>
            <a:custGeom>
              <a:rect l="l" t="t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2F2F2F">
                <a:alpha val="14901"/>
              </a:srgbClr>
            </a:solidFill>
            <a:ln>
              <a:headEnd type="none"/>
              <a:tailEnd type="none"/>
            </a:ln>
          </p:spPr>
        </p:sp>
      </p:grpSp>
      <p:grpSp>
        <p:nvGrpSpPr>
          <p:cNvPr name="Group 6" id="6"/>
          <p:cNvGrpSpPr/>
          <p:nvPr/>
        </p:nvGrpSpPr>
        <p:grpSpPr>
          <a:xfrm flipH="true" flipV="false" rot="0">
            <a:off x="114300" y="3721100"/>
            <a:ext cx="4203024" cy="3136900"/>
            <a:chOff x="3515037" y="1710654"/>
            <a:chExt cx="5149226" cy="3843092"/>
          </a:xfrm>
        </p:grpSpPr>
        <p:sp>
          <p:nvSpPr>
            <p:cNvPr name="AutoShape 7" id="7"/>
            <p:cNvSpPr/>
            <p:nvPr/>
          </p:nvSpPr>
          <p:spPr>
            <a:xfrm flipH="false" flipV="false" rot="0">
              <a:off x="6613120" y="2247246"/>
              <a:ext cx="2025721" cy="2953067"/>
            </a:xfrm>
            <a:custGeom>
              <a:rect l="l" t="t" r="r" b="b"/>
              <a:pathLst>
                <a:path w="2025721" h="2953067">
                  <a:moveTo>
                    <a:pt x="-181" y="1998150"/>
                  </a:moveTo>
                  <a:cubicBezTo>
                    <a:pt x="48744" y="2033732"/>
                    <a:pt x="1549231" y="2924344"/>
                    <a:pt x="1746243" y="2949461"/>
                  </a:cubicBezTo>
                  <a:cubicBezTo>
                    <a:pt x="2112535" y="2995771"/>
                    <a:pt x="2122739" y="2566948"/>
                    <a:pt x="1751999" y="2114055"/>
                  </a:cubicBezTo>
                  <a:cubicBezTo>
                    <a:pt x="1385708" y="1667441"/>
                    <a:pt x="1166195" y="1540024"/>
                    <a:pt x="1150235" y="1383304"/>
                  </a:cubicBezTo>
                  <a:cubicBezTo>
                    <a:pt x="1134276" y="1226583"/>
                    <a:pt x="1124071" y="931719"/>
                    <a:pt x="1124071" y="931719"/>
                  </a:cubicBezTo>
                  <a:cubicBezTo>
                    <a:pt x="1124071" y="931719"/>
                    <a:pt x="1247564" y="354025"/>
                    <a:pt x="1411872" y="46079"/>
                  </a:cubicBezTo>
                  <a:cubicBezTo>
                    <a:pt x="1464199" y="-50204"/>
                    <a:pt x="1237883" y="10234"/>
                    <a:pt x="1151544" y="168263"/>
                  </a:cubicBezTo>
                  <a:cubicBezTo>
                    <a:pt x="1071744" y="313994"/>
                    <a:pt x="901418" y="865263"/>
                    <a:pt x="901418" y="86526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8" id="8"/>
            <p:cNvSpPr/>
            <p:nvPr/>
          </p:nvSpPr>
          <p:spPr>
            <a:xfrm flipH="false" flipV="false" rot="0">
              <a:off x="6586902" y="2221469"/>
              <a:ext cx="2077361" cy="3004970"/>
            </a:xfrm>
            <a:custGeom>
              <a:rect l="l" t="t" r="r" b="b"/>
              <a:pathLst>
                <a:path w="2077361" h="3004970">
                  <a:moveTo>
                    <a:pt x="1823743" y="3004803"/>
                  </a:moveTo>
                  <a:cubicBezTo>
                    <a:pt x="1805534" y="3004725"/>
                    <a:pt x="1787376" y="3003495"/>
                    <a:pt x="1769323" y="3001140"/>
                  </a:cubicBezTo>
                  <a:cubicBezTo>
                    <a:pt x="1565770" y="2974977"/>
                    <a:pt x="83859" y="2098232"/>
                    <a:pt x="10601" y="2045120"/>
                  </a:cubicBezTo>
                  <a:cubicBezTo>
                    <a:pt x="-1094" y="2036591"/>
                    <a:pt x="-3684" y="2020186"/>
                    <a:pt x="4845" y="2008491"/>
                  </a:cubicBezTo>
                  <a:cubicBezTo>
                    <a:pt x="13374" y="1996795"/>
                    <a:pt x="29779" y="1994205"/>
                    <a:pt x="41474" y="2002735"/>
                  </a:cubicBezTo>
                  <a:cubicBezTo>
                    <a:pt x="119965" y="2059248"/>
                    <a:pt x="1595335" y="2926312"/>
                    <a:pt x="1775864" y="2949336"/>
                  </a:cubicBezTo>
                  <a:cubicBezTo>
                    <a:pt x="1882611" y="2962941"/>
                    <a:pt x="1959010" y="2933638"/>
                    <a:pt x="1997208" y="2864827"/>
                  </a:cubicBezTo>
                  <a:cubicBezTo>
                    <a:pt x="2078054" y="2718834"/>
                    <a:pt x="1979679" y="2427632"/>
                    <a:pt x="1758073" y="2156577"/>
                  </a:cubicBezTo>
                  <a:cubicBezTo>
                    <a:pt x="1606585" y="1971338"/>
                    <a:pt x="1482308" y="1842613"/>
                    <a:pt x="1382624" y="1740836"/>
                  </a:cubicBezTo>
                  <a:cubicBezTo>
                    <a:pt x="1243957" y="1598244"/>
                    <a:pt x="1160233" y="1512166"/>
                    <a:pt x="1148983" y="1411959"/>
                  </a:cubicBezTo>
                  <a:cubicBezTo>
                    <a:pt x="1131715" y="1254977"/>
                    <a:pt x="1122819" y="961159"/>
                    <a:pt x="1122819" y="958281"/>
                  </a:cubicBezTo>
                  <a:cubicBezTo>
                    <a:pt x="1122557" y="956188"/>
                    <a:pt x="1122557" y="954095"/>
                    <a:pt x="1122819" y="952002"/>
                  </a:cubicBezTo>
                  <a:cubicBezTo>
                    <a:pt x="1128051" y="928193"/>
                    <a:pt x="1249189" y="367243"/>
                    <a:pt x="1413497" y="59559"/>
                  </a:cubicBezTo>
                  <a:cubicBezTo>
                    <a:pt x="1414779" y="57021"/>
                    <a:pt x="1415931" y="54405"/>
                    <a:pt x="1416898" y="51710"/>
                  </a:cubicBezTo>
                  <a:cubicBezTo>
                    <a:pt x="1384979" y="47000"/>
                    <a:pt x="1259916" y="95403"/>
                    <a:pt x="1199216" y="206599"/>
                  </a:cubicBezTo>
                  <a:cubicBezTo>
                    <a:pt x="1120725" y="348144"/>
                    <a:pt x="952755" y="893395"/>
                    <a:pt x="951185" y="898889"/>
                  </a:cubicBezTo>
                  <a:cubicBezTo>
                    <a:pt x="946920" y="912677"/>
                    <a:pt x="932268" y="920422"/>
                    <a:pt x="918481" y="916158"/>
                  </a:cubicBezTo>
                  <a:cubicBezTo>
                    <a:pt x="904692" y="911893"/>
                    <a:pt x="896948" y="897241"/>
                    <a:pt x="901213" y="883453"/>
                  </a:cubicBezTo>
                  <a:cubicBezTo>
                    <a:pt x="908015" y="860952"/>
                    <a:pt x="1073108" y="327737"/>
                    <a:pt x="1153169" y="181482"/>
                  </a:cubicBezTo>
                  <a:cubicBezTo>
                    <a:pt x="1225642" y="48832"/>
                    <a:pt x="1388642" y="-24165"/>
                    <a:pt x="1446202" y="6970"/>
                  </a:cubicBezTo>
                  <a:cubicBezTo>
                    <a:pt x="1466609" y="17959"/>
                    <a:pt x="1481000" y="44122"/>
                    <a:pt x="1459545" y="85461"/>
                  </a:cubicBezTo>
                  <a:cubicBezTo>
                    <a:pt x="1304918" y="375093"/>
                    <a:pt x="1184827" y="915111"/>
                    <a:pt x="1174623" y="961159"/>
                  </a:cubicBezTo>
                  <a:cubicBezTo>
                    <a:pt x="1175931" y="993602"/>
                    <a:pt x="1185350" y="1262564"/>
                    <a:pt x="1200786" y="1407511"/>
                  </a:cubicBezTo>
                  <a:cubicBezTo>
                    <a:pt x="1209944" y="1489927"/>
                    <a:pt x="1288958" y="1571296"/>
                    <a:pt x="1419777" y="1705777"/>
                  </a:cubicBezTo>
                  <a:cubicBezTo>
                    <a:pt x="1520245" y="1809124"/>
                    <a:pt x="1645307" y="1937848"/>
                    <a:pt x="1798364" y="2124396"/>
                  </a:cubicBezTo>
                  <a:cubicBezTo>
                    <a:pt x="2036978" y="2416120"/>
                    <a:pt x="2135352" y="2724328"/>
                    <a:pt x="2042734" y="2890991"/>
                  </a:cubicBezTo>
                  <a:cubicBezTo>
                    <a:pt x="2001656" y="2965034"/>
                    <a:pt x="1924735" y="3004803"/>
                    <a:pt x="1823743" y="300480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9" id="9"/>
            <p:cNvSpPr/>
            <p:nvPr/>
          </p:nvSpPr>
          <p:spPr>
            <a:xfrm flipH="false" flipV="false" rot="0">
              <a:off x="3564792" y="4229865"/>
              <a:ext cx="1075849" cy="1287775"/>
            </a:xfrm>
            <a:custGeom>
              <a:rect l="l" t="t" r="r" b="b"/>
              <a:pathLst>
                <a:path w="1075849" h="1287775">
                  <a:moveTo>
                    <a:pt x="585805" y="0"/>
                  </a:moveTo>
                  <a:lnTo>
                    <a:pt x="0" y="1287776"/>
                  </a:lnTo>
                  <a:lnTo>
                    <a:pt x="695954" y="1287776"/>
                  </a:lnTo>
                  <a:lnTo>
                    <a:pt x="1075850" y="139191"/>
                  </a:lnTo>
                  <a:lnTo>
                    <a:pt x="58580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0" id="10"/>
            <p:cNvSpPr/>
            <p:nvPr/>
          </p:nvSpPr>
          <p:spPr>
            <a:xfrm flipH="false" flipV="false" rot="0">
              <a:off x="4255676" y="4359301"/>
              <a:ext cx="429519" cy="1170912"/>
            </a:xfrm>
            <a:custGeom>
              <a:rect l="l" t="t" r="r" b="b"/>
              <a:pathLst>
                <a:path w="429519" h="1170912">
                  <a:moveTo>
                    <a:pt x="26081" y="1170469"/>
                  </a:moveTo>
                  <a:cubicBezTo>
                    <a:pt x="23308" y="1170836"/>
                    <a:pt x="20482" y="1170836"/>
                    <a:pt x="17709" y="1170469"/>
                  </a:cubicBezTo>
                  <a:cubicBezTo>
                    <a:pt x="3999" y="1165891"/>
                    <a:pt x="-3405" y="1151056"/>
                    <a:pt x="1173" y="1137372"/>
                  </a:cubicBezTo>
                  <a:cubicBezTo>
                    <a:pt x="1199" y="1137320"/>
                    <a:pt x="1199" y="1137294"/>
                    <a:pt x="1226" y="1137242"/>
                  </a:cubicBezTo>
                  <a:lnTo>
                    <a:pt x="378244" y="17698"/>
                  </a:lnTo>
                  <a:cubicBezTo>
                    <a:pt x="382875" y="3962"/>
                    <a:pt x="397736" y="-3416"/>
                    <a:pt x="411472" y="1215"/>
                  </a:cubicBezTo>
                  <a:cubicBezTo>
                    <a:pt x="425208" y="5846"/>
                    <a:pt x="432586" y="20707"/>
                    <a:pt x="427955" y="34442"/>
                  </a:cubicBezTo>
                  <a:lnTo>
                    <a:pt x="50937" y="1153986"/>
                  </a:lnTo>
                  <a:cubicBezTo>
                    <a:pt x="46907" y="1164138"/>
                    <a:pt x="36991" y="1170705"/>
                    <a:pt x="26081" y="117046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1" id="11"/>
            <p:cNvSpPr/>
            <p:nvPr/>
          </p:nvSpPr>
          <p:spPr>
            <a:xfrm flipH="false" flipV="false" rot="0">
              <a:off x="3515037" y="4161437"/>
              <a:ext cx="659640" cy="1375564"/>
            </a:xfrm>
            <a:custGeom>
              <a:rect l="l" t="t" r="r" b="b"/>
              <a:pathLst>
                <a:path w="659640" h="1375564">
                  <a:moveTo>
                    <a:pt x="26026" y="1375397"/>
                  </a:moveTo>
                  <a:cubicBezTo>
                    <a:pt x="22337" y="1375371"/>
                    <a:pt x="18674" y="1374586"/>
                    <a:pt x="15299" y="1373042"/>
                  </a:cubicBezTo>
                  <a:cubicBezTo>
                    <a:pt x="2113" y="1367129"/>
                    <a:pt x="-3800" y="1351667"/>
                    <a:pt x="2113" y="1338480"/>
                  </a:cubicBezTo>
                  <a:cubicBezTo>
                    <a:pt x="2139" y="1338401"/>
                    <a:pt x="2191" y="1338323"/>
                    <a:pt x="2217" y="1338245"/>
                  </a:cubicBezTo>
                  <a:lnTo>
                    <a:pt x="609476" y="15148"/>
                  </a:lnTo>
                  <a:cubicBezTo>
                    <a:pt x="615467" y="1988"/>
                    <a:pt x="630982" y="-3795"/>
                    <a:pt x="644143" y="2197"/>
                  </a:cubicBezTo>
                  <a:cubicBezTo>
                    <a:pt x="657303" y="8188"/>
                    <a:pt x="663085" y="23703"/>
                    <a:pt x="657094" y="36863"/>
                  </a:cubicBezTo>
                  <a:lnTo>
                    <a:pt x="49835" y="1360222"/>
                  </a:lnTo>
                  <a:cubicBezTo>
                    <a:pt x="45544" y="1369484"/>
                    <a:pt x="36256" y="1375423"/>
                    <a:pt x="26026" y="1375397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2" id="12"/>
            <p:cNvSpPr/>
            <p:nvPr/>
          </p:nvSpPr>
          <p:spPr>
            <a:xfrm flipH="false" flipV="false" rot="0">
              <a:off x="4096438" y="3292260"/>
              <a:ext cx="3113215" cy="2241079"/>
            </a:xfrm>
            <a:custGeom>
              <a:rect l="l" t="t" r="r" b="b"/>
              <a:pathLst>
                <a:path w="3113215" h="2241079">
                  <a:moveTo>
                    <a:pt x="208605" y="2229138"/>
                  </a:moveTo>
                  <a:lnTo>
                    <a:pt x="585623" y="1109856"/>
                  </a:lnTo>
                  <a:lnTo>
                    <a:pt x="-181" y="929327"/>
                  </a:lnTo>
                  <a:lnTo>
                    <a:pt x="374482" y="204593"/>
                  </a:lnTo>
                  <a:cubicBezTo>
                    <a:pt x="453889" y="51143"/>
                    <a:pt x="627040" y="-29127"/>
                    <a:pt x="795456" y="9412"/>
                  </a:cubicBezTo>
                  <a:cubicBezTo>
                    <a:pt x="1369225" y="140231"/>
                    <a:pt x="2605197" y="422537"/>
                    <a:pt x="2591591" y="413641"/>
                  </a:cubicBezTo>
                  <a:cubicBezTo>
                    <a:pt x="2577986" y="404745"/>
                    <a:pt x="3113034" y="587629"/>
                    <a:pt x="3113034" y="587629"/>
                  </a:cubicBezTo>
                  <a:lnTo>
                    <a:pt x="2809796" y="1097036"/>
                  </a:lnTo>
                  <a:lnTo>
                    <a:pt x="2519903" y="927234"/>
                  </a:lnTo>
                  <a:lnTo>
                    <a:pt x="2175589" y="2240912"/>
                  </a:lnTo>
                  <a:close/>
                </a:path>
              </a:pathLst>
            </a:custGeom>
            <a:solidFill>
              <a:srgbClr val="29977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3" id="13"/>
            <p:cNvSpPr/>
            <p:nvPr/>
          </p:nvSpPr>
          <p:spPr>
            <a:xfrm flipH="false" flipV="false" rot="0">
              <a:off x="7211223" y="1798589"/>
              <a:ext cx="256642" cy="970820"/>
            </a:xfrm>
            <a:custGeom>
              <a:rect l="l" t="t" r="r" b="b"/>
              <a:pathLst>
                <a:path w="256642" h="970820">
                  <a:moveTo>
                    <a:pt x="-181" y="970653"/>
                  </a:moveTo>
                  <a:cubicBezTo>
                    <a:pt x="-181" y="970653"/>
                    <a:pt x="5575" y="393482"/>
                    <a:pt x="40372" y="231006"/>
                  </a:cubicBezTo>
                  <a:cubicBezTo>
                    <a:pt x="78048" y="55186"/>
                    <a:pt x="275845" y="-66998"/>
                    <a:pt x="254914" y="39750"/>
                  </a:cubicBezTo>
                  <a:cubicBezTo>
                    <a:pt x="185319" y="381970"/>
                    <a:pt x="231628" y="970653"/>
                    <a:pt x="231628" y="97065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4" id="14"/>
            <p:cNvSpPr/>
            <p:nvPr/>
          </p:nvSpPr>
          <p:spPr>
            <a:xfrm flipH="false" flipV="false" rot="0">
              <a:off x="7183750" y="1773026"/>
              <a:ext cx="309083" cy="1023070"/>
            </a:xfrm>
            <a:custGeom>
              <a:rect l="l" t="t" r="r" b="b"/>
              <a:pathLst>
                <a:path w="309083" h="1023070">
                  <a:moveTo>
                    <a:pt x="259101" y="1022380"/>
                  </a:moveTo>
                  <a:cubicBezTo>
                    <a:pt x="245443" y="1022432"/>
                    <a:pt x="234036" y="1011940"/>
                    <a:pt x="232937" y="998309"/>
                  </a:cubicBezTo>
                  <a:cubicBezTo>
                    <a:pt x="231105" y="974238"/>
                    <a:pt x="186889" y="402039"/>
                    <a:pt x="256484" y="60080"/>
                  </a:cubicBezTo>
                  <a:cubicBezTo>
                    <a:pt x="256772" y="57202"/>
                    <a:pt x="256772" y="54324"/>
                    <a:pt x="256484" y="51446"/>
                  </a:cubicBezTo>
                  <a:cubicBezTo>
                    <a:pt x="224826" y="56155"/>
                    <a:pt x="118602" y="138309"/>
                    <a:pt x="92176" y="262063"/>
                  </a:cubicBezTo>
                  <a:cubicBezTo>
                    <a:pt x="58164" y="419045"/>
                    <a:pt x="52146" y="990721"/>
                    <a:pt x="52146" y="996477"/>
                  </a:cubicBezTo>
                  <a:cubicBezTo>
                    <a:pt x="52146" y="1010920"/>
                    <a:pt x="40425" y="1022641"/>
                    <a:pt x="25982" y="1022641"/>
                  </a:cubicBezTo>
                  <a:lnTo>
                    <a:pt x="25982" y="1022641"/>
                  </a:lnTo>
                  <a:cubicBezTo>
                    <a:pt x="11540" y="1022641"/>
                    <a:pt x="-181" y="1010920"/>
                    <a:pt x="-181" y="996477"/>
                  </a:cubicBezTo>
                  <a:cubicBezTo>
                    <a:pt x="-181" y="972930"/>
                    <a:pt x="5836" y="414859"/>
                    <a:pt x="40896" y="251598"/>
                  </a:cubicBezTo>
                  <a:cubicBezTo>
                    <a:pt x="72554" y="104035"/>
                    <a:pt x="208605" y="-12917"/>
                    <a:pt x="271921" y="950"/>
                  </a:cubicBezTo>
                  <a:cubicBezTo>
                    <a:pt x="294684" y="5659"/>
                    <a:pt x="315876" y="27113"/>
                    <a:pt x="306719" y="71069"/>
                  </a:cubicBezTo>
                  <a:cubicBezTo>
                    <a:pt x="238693" y="405702"/>
                    <a:pt x="283433" y="988890"/>
                    <a:pt x="283956" y="994646"/>
                  </a:cubicBezTo>
                  <a:cubicBezTo>
                    <a:pt x="285160" y="1009036"/>
                    <a:pt x="274459" y="1021699"/>
                    <a:pt x="260043" y="1022877"/>
                  </a:cubicBezTo>
                  <a:cubicBezTo>
                    <a:pt x="259990" y="1022903"/>
                    <a:pt x="259938" y="1022903"/>
                    <a:pt x="259885" y="102290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5" id="15"/>
            <p:cNvSpPr/>
            <p:nvPr/>
          </p:nvSpPr>
          <p:spPr>
            <a:xfrm flipH="false" flipV="false" rot="0">
              <a:off x="7366635" y="1945280"/>
              <a:ext cx="417958" cy="956255"/>
            </a:xfrm>
            <a:custGeom>
              <a:rect l="l" t="t" r="r" b="b"/>
              <a:pathLst>
                <a:path w="417958" h="956255">
                  <a:moveTo>
                    <a:pt x="-181" y="915796"/>
                  </a:moveTo>
                  <a:cubicBezTo>
                    <a:pt x="-181" y="915796"/>
                    <a:pt x="105781" y="348568"/>
                    <a:pt x="168312" y="194463"/>
                  </a:cubicBezTo>
                  <a:cubicBezTo>
                    <a:pt x="236076" y="27801"/>
                    <a:pt x="452712" y="-58016"/>
                    <a:pt x="412942" y="43499"/>
                  </a:cubicBezTo>
                  <a:cubicBezTo>
                    <a:pt x="284740" y="368190"/>
                    <a:pt x="228227" y="956088"/>
                    <a:pt x="228227" y="95608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6" id="16"/>
            <p:cNvSpPr/>
            <p:nvPr/>
          </p:nvSpPr>
          <p:spPr>
            <a:xfrm flipH="false" flipV="false" rot="0">
              <a:off x="7340285" y="1919617"/>
              <a:ext cx="470406" cy="1008344"/>
            </a:xfrm>
            <a:custGeom>
              <a:rect l="l" t="t" r="r" b="b"/>
              <a:pathLst>
                <a:path w="470406" h="1008344">
                  <a:moveTo>
                    <a:pt x="254577" y="1008177"/>
                  </a:moveTo>
                  <a:lnTo>
                    <a:pt x="251960" y="1008177"/>
                  </a:lnTo>
                  <a:cubicBezTo>
                    <a:pt x="237597" y="1006790"/>
                    <a:pt x="227052" y="994022"/>
                    <a:pt x="228413" y="979658"/>
                  </a:cubicBezTo>
                  <a:cubicBezTo>
                    <a:pt x="230768" y="955326"/>
                    <a:pt x="287020" y="384173"/>
                    <a:pt x="414960" y="59744"/>
                  </a:cubicBezTo>
                  <a:cubicBezTo>
                    <a:pt x="416268" y="56081"/>
                    <a:pt x="417053" y="53464"/>
                    <a:pt x="417576" y="51633"/>
                  </a:cubicBezTo>
                  <a:lnTo>
                    <a:pt x="417576" y="51633"/>
                  </a:lnTo>
                  <a:cubicBezTo>
                    <a:pt x="384348" y="51633"/>
                    <a:pt x="266873" y="113902"/>
                    <a:pt x="219779" y="230331"/>
                  </a:cubicBezTo>
                  <a:cubicBezTo>
                    <a:pt x="158817" y="379987"/>
                    <a:pt x="53640" y="940936"/>
                    <a:pt x="52593" y="946692"/>
                  </a:cubicBezTo>
                  <a:cubicBezTo>
                    <a:pt x="49925" y="961134"/>
                    <a:pt x="36032" y="970684"/>
                    <a:pt x="21589" y="968015"/>
                  </a:cubicBezTo>
                  <a:cubicBezTo>
                    <a:pt x="7147" y="965347"/>
                    <a:pt x="-2403" y="951454"/>
                    <a:pt x="266" y="937012"/>
                  </a:cubicBezTo>
                  <a:cubicBezTo>
                    <a:pt x="4714" y="913726"/>
                    <a:pt x="107537" y="365074"/>
                    <a:pt x="170330" y="210708"/>
                  </a:cubicBezTo>
                  <a:cubicBezTo>
                    <a:pt x="227105" y="70732"/>
                    <a:pt x="379639" y="-20579"/>
                    <a:pt x="441385" y="3754"/>
                  </a:cubicBezTo>
                  <a:cubicBezTo>
                    <a:pt x="463101" y="12388"/>
                    <a:pt x="480107" y="36720"/>
                    <a:pt x="463625" y="78843"/>
                  </a:cubicBezTo>
                  <a:cubicBezTo>
                    <a:pt x="338301" y="396470"/>
                    <a:pt x="280479" y="978873"/>
                    <a:pt x="280479" y="984629"/>
                  </a:cubicBezTo>
                  <a:cubicBezTo>
                    <a:pt x="279144" y="997947"/>
                    <a:pt x="267972" y="1008098"/>
                    <a:pt x="254577" y="1008177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7" id="17"/>
            <p:cNvSpPr/>
            <p:nvPr/>
          </p:nvSpPr>
          <p:spPr>
            <a:xfrm flipH="false" flipV="false" rot="0">
              <a:off x="7275061" y="3920872"/>
              <a:ext cx="597316" cy="510191"/>
            </a:xfrm>
            <a:custGeom>
              <a:rect l="l" t="t" r="r" b="b"/>
              <a:pathLst>
                <a:path w="597316" h="510191">
                  <a:moveTo>
                    <a:pt x="597135" y="510023"/>
                  </a:moveTo>
                  <a:cubicBezTo>
                    <a:pt x="585623" y="486999"/>
                    <a:pt x="-181" y="-168"/>
                    <a:pt x="-181" y="-16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8" id="18"/>
            <p:cNvSpPr/>
            <p:nvPr/>
          </p:nvSpPr>
          <p:spPr>
            <a:xfrm flipH="false" flipV="false" rot="0">
              <a:off x="7246610" y="3892787"/>
              <a:ext cx="651841" cy="564442"/>
            </a:xfrm>
            <a:custGeom>
              <a:rect l="l" t="t" r="r" b="b"/>
              <a:pathLst>
                <a:path w="651841" h="564442">
                  <a:moveTo>
                    <a:pt x="625587" y="564273"/>
                  </a:moveTo>
                  <a:cubicBezTo>
                    <a:pt x="616743" y="564325"/>
                    <a:pt x="608476" y="559877"/>
                    <a:pt x="603609" y="552499"/>
                  </a:cubicBezTo>
                  <a:cubicBezTo>
                    <a:pt x="577446" y="522411"/>
                    <a:pt x="237318" y="234872"/>
                    <a:pt x="11526" y="47802"/>
                  </a:cubicBezTo>
                  <a:cubicBezTo>
                    <a:pt x="-510" y="39822"/>
                    <a:pt x="-3806" y="23574"/>
                    <a:pt x="4173" y="11539"/>
                  </a:cubicBezTo>
                  <a:cubicBezTo>
                    <a:pt x="12153" y="-496"/>
                    <a:pt x="28375" y="-3793"/>
                    <a:pt x="40437" y="4187"/>
                  </a:cubicBezTo>
                  <a:cubicBezTo>
                    <a:pt x="42006" y="5208"/>
                    <a:pt x="43445" y="6411"/>
                    <a:pt x="44753" y="7771"/>
                  </a:cubicBezTo>
                  <a:cubicBezTo>
                    <a:pt x="437208" y="333248"/>
                    <a:pt x="639715" y="507759"/>
                    <a:pt x="648873" y="526597"/>
                  </a:cubicBezTo>
                  <a:cubicBezTo>
                    <a:pt x="655335" y="539470"/>
                    <a:pt x="650181" y="555115"/>
                    <a:pt x="637361" y="561656"/>
                  </a:cubicBezTo>
                  <a:cubicBezTo>
                    <a:pt x="633697" y="563435"/>
                    <a:pt x="629668" y="564325"/>
                    <a:pt x="625587" y="56427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19" id="19"/>
            <p:cNvSpPr/>
            <p:nvPr/>
          </p:nvSpPr>
          <p:spPr>
            <a:xfrm flipH="false" flipV="false" rot="0">
              <a:off x="5565003" y="1710654"/>
              <a:ext cx="869389" cy="981606"/>
            </a:xfrm>
            <a:custGeom>
              <a:rect l="l" t="t" r="r" b="b"/>
              <a:pathLst>
                <a:path w="869389" h="981606">
                  <a:moveTo>
                    <a:pt x="669348" y="925676"/>
                  </a:moveTo>
                  <a:cubicBezTo>
                    <a:pt x="669348" y="925676"/>
                    <a:pt x="811417" y="700930"/>
                    <a:pt x="854587" y="596537"/>
                  </a:cubicBezTo>
                  <a:cubicBezTo>
                    <a:pt x="897757" y="492144"/>
                    <a:pt x="840982" y="391937"/>
                    <a:pt x="741298" y="262427"/>
                  </a:cubicBezTo>
                  <a:cubicBezTo>
                    <a:pt x="641615" y="132917"/>
                    <a:pt x="651557" y="157772"/>
                    <a:pt x="698651" y="153848"/>
                  </a:cubicBezTo>
                  <a:cubicBezTo>
                    <a:pt x="745746" y="149923"/>
                    <a:pt x="651819" y="51286"/>
                    <a:pt x="480185" y="15704"/>
                  </a:cubicBezTo>
                  <a:cubicBezTo>
                    <a:pt x="308551" y="-19879"/>
                    <a:pt x="-965" y="-22757"/>
                    <a:pt x="-180" y="306905"/>
                  </a:cubicBezTo>
                  <a:cubicBezTo>
                    <a:pt x="605" y="636567"/>
                    <a:pt x="490389" y="1152253"/>
                    <a:pt x="669348" y="925676"/>
                  </a:cubicBez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0" id="20"/>
            <p:cNvSpPr/>
            <p:nvPr/>
          </p:nvSpPr>
          <p:spPr>
            <a:xfrm flipH="false" flipV="false" rot="0">
              <a:off x="5288350" y="1891509"/>
              <a:ext cx="1027507" cy="1815841"/>
            </a:xfrm>
            <a:custGeom>
              <a:rect l="l" t="t" r="r" b="b"/>
              <a:pathLst>
                <a:path w="1027507" h="1815841">
                  <a:moveTo>
                    <a:pt x="993619" y="632579"/>
                  </a:moveTo>
                  <a:cubicBezTo>
                    <a:pt x="945216" y="592287"/>
                    <a:pt x="859661" y="613480"/>
                    <a:pt x="793467" y="678889"/>
                  </a:cubicBezTo>
                  <a:cubicBezTo>
                    <a:pt x="796084" y="667639"/>
                    <a:pt x="799485" y="654557"/>
                    <a:pt x="802886" y="639905"/>
                  </a:cubicBezTo>
                  <a:cubicBezTo>
                    <a:pt x="817538" y="578420"/>
                    <a:pt x="813875" y="451526"/>
                    <a:pt x="773060" y="406263"/>
                  </a:cubicBezTo>
                  <a:cubicBezTo>
                    <a:pt x="732245" y="361000"/>
                    <a:pt x="843440" y="195646"/>
                    <a:pt x="898907" y="179424"/>
                  </a:cubicBezTo>
                  <a:cubicBezTo>
                    <a:pt x="954374" y="163203"/>
                    <a:pt x="739308" y="125789"/>
                    <a:pt x="611107" y="65874"/>
                  </a:cubicBezTo>
                  <a:cubicBezTo>
                    <a:pt x="482905" y="5959"/>
                    <a:pt x="437379" y="-33025"/>
                    <a:pt x="318335" y="38140"/>
                  </a:cubicBezTo>
                  <a:cubicBezTo>
                    <a:pt x="199290" y="109306"/>
                    <a:pt x="131527" y="223903"/>
                    <a:pt x="87833" y="354721"/>
                  </a:cubicBezTo>
                  <a:cubicBezTo>
                    <a:pt x="44140" y="485539"/>
                    <a:pt x="-2693" y="812585"/>
                    <a:pt x="-77" y="882442"/>
                  </a:cubicBezTo>
                  <a:cubicBezTo>
                    <a:pt x="2539" y="952299"/>
                    <a:pt x="-12112" y="997039"/>
                    <a:pt x="88880" y="1058262"/>
                  </a:cubicBezTo>
                  <a:cubicBezTo>
                    <a:pt x="110334" y="1071082"/>
                    <a:pt x="134666" y="1116607"/>
                    <a:pt x="115043" y="1203470"/>
                  </a:cubicBezTo>
                  <a:cubicBezTo>
                    <a:pt x="82862" y="1350772"/>
                    <a:pt x="-7926" y="1575779"/>
                    <a:pt x="10389" y="1664997"/>
                  </a:cubicBezTo>
                  <a:cubicBezTo>
                    <a:pt x="21639" y="1717325"/>
                    <a:pt x="65594" y="1759186"/>
                    <a:pt x="169725" y="1787705"/>
                  </a:cubicBezTo>
                  <a:cubicBezTo>
                    <a:pt x="436857" y="1860963"/>
                    <a:pt x="567152" y="1769391"/>
                    <a:pt x="609798" y="1749768"/>
                  </a:cubicBezTo>
                  <a:lnTo>
                    <a:pt x="760501" y="1082071"/>
                  </a:lnTo>
                  <a:cubicBezTo>
                    <a:pt x="762071" y="1033066"/>
                    <a:pt x="780568" y="986103"/>
                    <a:pt x="812828" y="949159"/>
                  </a:cubicBezTo>
                  <a:cubicBezTo>
                    <a:pt x="874104" y="942304"/>
                    <a:pt x="929911" y="910620"/>
                    <a:pt x="967194" y="861511"/>
                  </a:cubicBezTo>
                  <a:cubicBezTo>
                    <a:pt x="1035742" y="779619"/>
                    <a:pt x="1047254" y="677057"/>
                    <a:pt x="993619" y="632579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1" id="21"/>
            <p:cNvSpPr/>
            <p:nvPr/>
          </p:nvSpPr>
          <p:spPr>
            <a:xfrm flipH="false" flipV="false" rot="0">
              <a:off x="5262147" y="1865467"/>
              <a:ext cx="1081050" cy="1868098"/>
            </a:xfrm>
            <a:custGeom>
              <a:rect l="l" t="t" r="r" b="b"/>
              <a:pathLst>
                <a:path w="1081050" h="1868098">
                  <a:moveTo>
                    <a:pt x="388754" y="1867906"/>
                  </a:moveTo>
                  <a:cubicBezTo>
                    <a:pt x="321304" y="1867225"/>
                    <a:pt x="254273" y="1857545"/>
                    <a:pt x="189387" y="1839126"/>
                  </a:cubicBezTo>
                  <a:cubicBezTo>
                    <a:pt x="81854" y="1809561"/>
                    <a:pt x="25341" y="1764298"/>
                    <a:pt x="11212" y="1696534"/>
                  </a:cubicBezTo>
                  <a:cubicBezTo>
                    <a:pt x="-2916" y="1628770"/>
                    <a:pt x="32928" y="1513388"/>
                    <a:pt x="69819" y="1390942"/>
                  </a:cubicBezTo>
                  <a:cubicBezTo>
                    <a:pt x="87349" y="1332859"/>
                    <a:pt x="105140" y="1272944"/>
                    <a:pt x="115867" y="1223756"/>
                  </a:cubicBezTo>
                  <a:cubicBezTo>
                    <a:pt x="132874" y="1145265"/>
                    <a:pt x="110373" y="1112299"/>
                    <a:pt x="100954" y="1106805"/>
                  </a:cubicBezTo>
                  <a:cubicBezTo>
                    <a:pt x="747" y="1046105"/>
                    <a:pt x="485" y="994824"/>
                    <a:pt x="-38" y="935694"/>
                  </a:cubicBezTo>
                  <a:cubicBezTo>
                    <a:pt x="-38" y="927322"/>
                    <a:pt x="-38" y="918688"/>
                    <a:pt x="-38" y="909531"/>
                  </a:cubicBezTo>
                  <a:cubicBezTo>
                    <a:pt x="-3178" y="831040"/>
                    <a:pt x="45749" y="502947"/>
                    <a:pt x="88918" y="372390"/>
                  </a:cubicBezTo>
                  <a:cubicBezTo>
                    <a:pt x="141246" y="215408"/>
                    <a:pt x="219737" y="108138"/>
                    <a:pt x="330933" y="41682"/>
                  </a:cubicBezTo>
                  <a:cubicBezTo>
                    <a:pt x="447884" y="-28175"/>
                    <a:pt x="507276" y="343"/>
                    <a:pt x="605651" y="47961"/>
                  </a:cubicBezTo>
                  <a:lnTo>
                    <a:pt x="648036" y="68107"/>
                  </a:lnTo>
                  <a:cubicBezTo>
                    <a:pt x="709442" y="94244"/>
                    <a:pt x="772549" y="116170"/>
                    <a:pt x="836938" y="133778"/>
                  </a:cubicBezTo>
                  <a:cubicBezTo>
                    <a:pt x="931911" y="162035"/>
                    <a:pt x="960431" y="170669"/>
                    <a:pt x="960431" y="199449"/>
                  </a:cubicBezTo>
                  <a:cubicBezTo>
                    <a:pt x="960431" y="206513"/>
                    <a:pt x="957552" y="223258"/>
                    <a:pt x="932697" y="230583"/>
                  </a:cubicBezTo>
                  <a:cubicBezTo>
                    <a:pt x="907841" y="237909"/>
                    <a:pt x="839031" y="317970"/>
                    <a:pt x="820716" y="382595"/>
                  </a:cubicBezTo>
                  <a:cubicBezTo>
                    <a:pt x="814699" y="403787"/>
                    <a:pt x="817315" y="412944"/>
                    <a:pt x="818885" y="414776"/>
                  </a:cubicBezTo>
                  <a:cubicBezTo>
                    <a:pt x="862055" y="462393"/>
                    <a:pt x="868073" y="571758"/>
                    <a:pt x="859961" y="641091"/>
                  </a:cubicBezTo>
                  <a:cubicBezTo>
                    <a:pt x="924063" y="603939"/>
                    <a:pt x="990780" y="601322"/>
                    <a:pt x="1036828" y="638475"/>
                  </a:cubicBezTo>
                  <a:lnTo>
                    <a:pt x="1036828" y="638475"/>
                  </a:lnTo>
                  <a:cubicBezTo>
                    <a:pt x="1071181" y="669636"/>
                    <a:pt x="1087010" y="716338"/>
                    <a:pt x="1078690" y="761968"/>
                  </a:cubicBezTo>
                  <a:cubicBezTo>
                    <a:pt x="1071207" y="814530"/>
                    <a:pt x="1048785" y="863849"/>
                    <a:pt x="1014066" y="904036"/>
                  </a:cubicBezTo>
                  <a:cubicBezTo>
                    <a:pt x="974245" y="955526"/>
                    <a:pt x="916370" y="990036"/>
                    <a:pt x="852113" y="1000580"/>
                  </a:cubicBezTo>
                  <a:cubicBezTo>
                    <a:pt x="828383" y="1031584"/>
                    <a:pt x="814777" y="1069129"/>
                    <a:pt x="813129" y="1108113"/>
                  </a:cubicBezTo>
                  <a:cubicBezTo>
                    <a:pt x="813285" y="1110023"/>
                    <a:pt x="813285" y="1111959"/>
                    <a:pt x="813129" y="1113869"/>
                  </a:cubicBezTo>
                  <a:lnTo>
                    <a:pt x="661641" y="1780519"/>
                  </a:lnTo>
                  <a:cubicBezTo>
                    <a:pt x="659914" y="1788447"/>
                    <a:pt x="654577" y="1795118"/>
                    <a:pt x="647251" y="1798572"/>
                  </a:cubicBezTo>
                  <a:lnTo>
                    <a:pt x="633123" y="1805636"/>
                  </a:lnTo>
                  <a:cubicBezTo>
                    <a:pt x="558478" y="1847315"/>
                    <a:pt x="474231" y="1868769"/>
                    <a:pt x="388754" y="1867906"/>
                  </a:cubicBezTo>
                  <a:close/>
                  <a:moveTo>
                    <a:pt x="456518" y="51885"/>
                  </a:moveTo>
                  <a:cubicBezTo>
                    <a:pt x="420988" y="54162"/>
                    <a:pt x="386740" y="66197"/>
                    <a:pt x="357619" y="86683"/>
                  </a:cubicBezTo>
                  <a:cubicBezTo>
                    <a:pt x="256366" y="147122"/>
                    <a:pt x="186771" y="243665"/>
                    <a:pt x="138368" y="388874"/>
                  </a:cubicBezTo>
                  <a:cubicBezTo>
                    <a:pt x="94936" y="519692"/>
                    <a:pt x="49411" y="842290"/>
                    <a:pt x="51766" y="907438"/>
                  </a:cubicBezTo>
                  <a:cubicBezTo>
                    <a:pt x="51766" y="917118"/>
                    <a:pt x="51766" y="926537"/>
                    <a:pt x="51766" y="935171"/>
                  </a:cubicBezTo>
                  <a:cubicBezTo>
                    <a:pt x="51766" y="989330"/>
                    <a:pt x="51766" y="1016540"/>
                    <a:pt x="127641" y="1061803"/>
                  </a:cubicBezTo>
                  <a:cubicBezTo>
                    <a:pt x="158775" y="1080641"/>
                    <a:pt x="187817" y="1137416"/>
                    <a:pt x="166625" y="1235007"/>
                  </a:cubicBezTo>
                  <a:cubicBezTo>
                    <a:pt x="155374" y="1286026"/>
                    <a:pt x="137060" y="1346987"/>
                    <a:pt x="119530" y="1405855"/>
                  </a:cubicBezTo>
                  <a:cubicBezTo>
                    <a:pt x="87349" y="1512603"/>
                    <a:pt x="51243" y="1633479"/>
                    <a:pt x="61970" y="1685807"/>
                  </a:cubicBezTo>
                  <a:cubicBezTo>
                    <a:pt x="68511" y="1717465"/>
                    <a:pt x="90488" y="1757757"/>
                    <a:pt x="202469" y="1788630"/>
                  </a:cubicBezTo>
                  <a:cubicBezTo>
                    <a:pt x="433494" y="1851684"/>
                    <a:pt x="555940" y="1788630"/>
                    <a:pt x="608267" y="1760373"/>
                  </a:cubicBezTo>
                  <a:lnTo>
                    <a:pt x="612715" y="1758018"/>
                  </a:lnTo>
                  <a:lnTo>
                    <a:pt x="760278" y="1103927"/>
                  </a:lnTo>
                  <a:cubicBezTo>
                    <a:pt x="762502" y="1049271"/>
                    <a:pt x="783695" y="997101"/>
                    <a:pt x="820193" y="956364"/>
                  </a:cubicBezTo>
                  <a:cubicBezTo>
                    <a:pt x="824928" y="951392"/>
                    <a:pt x="831391" y="948488"/>
                    <a:pt x="838246" y="948253"/>
                  </a:cubicBezTo>
                  <a:cubicBezTo>
                    <a:pt x="892012" y="941398"/>
                    <a:pt x="940703" y="913089"/>
                    <a:pt x="973250" y="869762"/>
                  </a:cubicBezTo>
                  <a:cubicBezTo>
                    <a:pt x="1001219" y="837188"/>
                    <a:pt x="1019351" y="797367"/>
                    <a:pt x="1025578" y="754903"/>
                  </a:cubicBezTo>
                  <a:cubicBezTo>
                    <a:pt x="1031752" y="726490"/>
                    <a:pt x="1022961" y="696872"/>
                    <a:pt x="1002292" y="676412"/>
                  </a:cubicBezTo>
                  <a:lnTo>
                    <a:pt x="1002292" y="676412"/>
                  </a:lnTo>
                  <a:cubicBezTo>
                    <a:pt x="965140" y="645539"/>
                    <a:pt x="893975" y="664900"/>
                    <a:pt x="836938" y="721152"/>
                  </a:cubicBezTo>
                  <a:cubicBezTo>
                    <a:pt x="828644" y="729315"/>
                    <a:pt x="815955" y="731016"/>
                    <a:pt x="805803" y="725338"/>
                  </a:cubicBezTo>
                  <a:cubicBezTo>
                    <a:pt x="795573" y="719687"/>
                    <a:pt x="790367" y="707940"/>
                    <a:pt x="792982" y="696559"/>
                  </a:cubicBezTo>
                  <a:lnTo>
                    <a:pt x="797431" y="679029"/>
                  </a:lnTo>
                  <a:lnTo>
                    <a:pt x="802664" y="657575"/>
                  </a:lnTo>
                  <a:cubicBezTo>
                    <a:pt x="816268" y="600015"/>
                    <a:pt x="811035" y="483063"/>
                    <a:pt x="778855" y="448265"/>
                  </a:cubicBezTo>
                  <a:cubicBezTo>
                    <a:pt x="761325" y="424718"/>
                    <a:pt x="757558" y="393688"/>
                    <a:pt x="768912" y="366635"/>
                  </a:cubicBezTo>
                  <a:cubicBezTo>
                    <a:pt x="790785" y="302664"/>
                    <a:pt x="828827" y="245444"/>
                    <a:pt x="879323" y="200495"/>
                  </a:cubicBezTo>
                  <a:cubicBezTo>
                    <a:pt x="861793" y="194739"/>
                    <a:pt x="840078" y="188198"/>
                    <a:pt x="820716" y="182442"/>
                  </a:cubicBezTo>
                  <a:cubicBezTo>
                    <a:pt x="753947" y="164075"/>
                    <a:pt x="688485" y="141261"/>
                    <a:pt x="624750" y="114155"/>
                  </a:cubicBezTo>
                  <a:lnTo>
                    <a:pt x="581580" y="93486"/>
                  </a:lnTo>
                  <a:cubicBezTo>
                    <a:pt x="528468" y="68892"/>
                    <a:pt x="493409" y="51885"/>
                    <a:pt x="456518" y="51885"/>
                  </a:cubicBezTo>
                  <a:close/>
                  <a:moveTo>
                    <a:pt x="786965" y="1108113"/>
                  </a:moveTo>
                  <a:lnTo>
                    <a:pt x="786965" y="1108113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2" id="22"/>
            <p:cNvSpPr/>
            <p:nvPr/>
          </p:nvSpPr>
          <p:spPr>
            <a:xfrm flipH="false" flipV="false" rot="0">
              <a:off x="5320947" y="2870924"/>
              <a:ext cx="667647" cy="530991"/>
            </a:xfrm>
            <a:custGeom>
              <a:rect l="l" t="t" r="r" b="b"/>
              <a:pathLst>
                <a:path w="667647" h="530991">
                  <a:moveTo>
                    <a:pt x="667466" y="-168"/>
                  </a:moveTo>
                  <a:cubicBezTo>
                    <a:pt x="667466" y="-168"/>
                    <a:pt x="499233" y="118092"/>
                    <a:pt x="417341" y="134052"/>
                  </a:cubicBezTo>
                  <a:cubicBezTo>
                    <a:pt x="335449" y="150012"/>
                    <a:pt x="106255" y="67334"/>
                    <a:pt x="26717" y="40386"/>
                  </a:cubicBezTo>
                  <a:cubicBezTo>
                    <a:pt x="-52820" y="13437"/>
                    <a:pt x="57329" y="34368"/>
                    <a:pt x="183700" y="190565"/>
                  </a:cubicBezTo>
                  <a:cubicBezTo>
                    <a:pt x="310070" y="346762"/>
                    <a:pt x="448476" y="590870"/>
                    <a:pt x="497664" y="517349"/>
                  </a:cubicBezTo>
                  <a:cubicBezTo>
                    <a:pt x="546852" y="443829"/>
                    <a:pt x="634499" y="306732"/>
                    <a:pt x="642872" y="241323"/>
                  </a:cubicBezTo>
                  <a:cubicBezTo>
                    <a:pt x="651244" y="175914"/>
                    <a:pt x="667466" y="-168"/>
                    <a:pt x="667466" y="-168"/>
                  </a:cubicBezTo>
                  <a:close/>
                </a:path>
              </a:pathLst>
            </a:custGeom>
            <a:solidFill>
              <a:srgbClr val="080717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3" id="23"/>
            <p:cNvSpPr/>
            <p:nvPr/>
          </p:nvSpPr>
          <p:spPr>
            <a:xfrm flipH="false" flipV="false" rot="0">
              <a:off x="5406837" y="2182554"/>
              <a:ext cx="224365" cy="343010"/>
            </a:xfrm>
            <a:custGeom>
              <a:rect l="l" t="t" r="r" b="b"/>
              <a:pathLst>
                <a:path w="224365" h="343010">
                  <a:moveTo>
                    <a:pt x="106705" y="342842"/>
                  </a:moveTo>
                  <a:cubicBezTo>
                    <a:pt x="102806" y="342816"/>
                    <a:pt x="98960" y="341926"/>
                    <a:pt x="95454" y="340226"/>
                  </a:cubicBezTo>
                  <a:cubicBezTo>
                    <a:pt x="53330" y="316809"/>
                    <a:pt x="20260" y="279971"/>
                    <a:pt x="1527" y="235571"/>
                  </a:cubicBezTo>
                  <a:cubicBezTo>
                    <a:pt x="-1849" y="226701"/>
                    <a:pt x="-148" y="216681"/>
                    <a:pt x="5974" y="209407"/>
                  </a:cubicBezTo>
                  <a:lnTo>
                    <a:pt x="178131" y="8994"/>
                  </a:lnTo>
                  <a:cubicBezTo>
                    <a:pt x="187524" y="-1995"/>
                    <a:pt x="204033" y="-3277"/>
                    <a:pt x="215022" y="6116"/>
                  </a:cubicBezTo>
                  <a:cubicBezTo>
                    <a:pt x="226011" y="15508"/>
                    <a:pt x="227293" y="32017"/>
                    <a:pt x="217900" y="43006"/>
                  </a:cubicBezTo>
                  <a:lnTo>
                    <a:pt x="58302" y="229030"/>
                  </a:lnTo>
                  <a:cubicBezTo>
                    <a:pt x="71776" y="256083"/>
                    <a:pt x="93125" y="278427"/>
                    <a:pt x="119525" y="293131"/>
                  </a:cubicBezTo>
                  <a:cubicBezTo>
                    <a:pt x="132528" y="299436"/>
                    <a:pt x="137970" y="315082"/>
                    <a:pt x="131664" y="328086"/>
                  </a:cubicBezTo>
                  <a:cubicBezTo>
                    <a:pt x="127269" y="337138"/>
                    <a:pt x="118086" y="342894"/>
                    <a:pt x="108012" y="342842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4" id="24"/>
            <p:cNvSpPr/>
            <p:nvPr/>
          </p:nvSpPr>
          <p:spPr>
            <a:xfrm flipH="false" flipV="false" rot="0">
              <a:off x="5725650" y="2152989"/>
              <a:ext cx="218598" cy="122451"/>
            </a:xfrm>
            <a:custGeom>
              <a:rect l="l" t="t" r="r" b="b"/>
              <a:pathLst>
                <a:path w="218598" h="122451">
                  <a:moveTo>
                    <a:pt x="193430" y="122283"/>
                  </a:moveTo>
                  <a:cubicBezTo>
                    <a:pt x="184586" y="122335"/>
                    <a:pt x="176319" y="117887"/>
                    <a:pt x="171452" y="110509"/>
                  </a:cubicBezTo>
                  <a:cubicBezTo>
                    <a:pt x="132207" y="50594"/>
                    <a:pt x="100548" y="51379"/>
                    <a:pt x="52146" y="52164"/>
                  </a:cubicBezTo>
                  <a:lnTo>
                    <a:pt x="25982" y="52164"/>
                  </a:lnTo>
                  <a:cubicBezTo>
                    <a:pt x="11540" y="52164"/>
                    <a:pt x="-181" y="40443"/>
                    <a:pt x="-181" y="26000"/>
                  </a:cubicBezTo>
                  <a:cubicBezTo>
                    <a:pt x="-181" y="11558"/>
                    <a:pt x="11540" y="-163"/>
                    <a:pt x="25982" y="-163"/>
                  </a:cubicBezTo>
                  <a:lnTo>
                    <a:pt x="49790" y="-163"/>
                  </a:lnTo>
                  <a:cubicBezTo>
                    <a:pt x="102118" y="-163"/>
                    <a:pt x="158893" y="-2256"/>
                    <a:pt x="214099" y="81729"/>
                  </a:cubicBezTo>
                  <a:cubicBezTo>
                    <a:pt x="222052" y="93791"/>
                    <a:pt x="218704" y="110012"/>
                    <a:pt x="206642" y="117966"/>
                  </a:cubicBezTo>
                  <a:cubicBezTo>
                    <a:pt x="202325" y="120818"/>
                    <a:pt x="197276" y="122309"/>
                    <a:pt x="192121" y="122283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5" id="25"/>
            <p:cNvSpPr/>
            <p:nvPr/>
          </p:nvSpPr>
          <p:spPr>
            <a:xfrm flipH="false" flipV="false" rot="0">
              <a:off x="5388285" y="2050855"/>
              <a:ext cx="200438" cy="114701"/>
            </a:xfrm>
            <a:custGeom>
              <a:rect l="l" t="t" r="r" b="b"/>
              <a:pathLst>
                <a:path w="200438" h="114701">
                  <a:moveTo>
                    <a:pt x="174184" y="114530"/>
                  </a:moveTo>
                  <a:cubicBezTo>
                    <a:pt x="170076" y="114608"/>
                    <a:pt x="166020" y="113614"/>
                    <a:pt x="162410" y="111651"/>
                  </a:cubicBezTo>
                  <a:cubicBezTo>
                    <a:pt x="146764" y="102913"/>
                    <a:pt x="132766" y="91479"/>
                    <a:pt x="121072" y="77900"/>
                  </a:cubicBezTo>
                  <a:cubicBezTo>
                    <a:pt x="113537" y="68900"/>
                    <a:pt x="104719" y="61051"/>
                    <a:pt x="94908" y="54614"/>
                  </a:cubicBezTo>
                  <a:cubicBezTo>
                    <a:pt x="78033" y="49304"/>
                    <a:pt x="59613" y="52208"/>
                    <a:pt x="45197" y="62464"/>
                  </a:cubicBezTo>
                  <a:cubicBezTo>
                    <a:pt x="35228" y="73008"/>
                    <a:pt x="18588" y="73479"/>
                    <a:pt x="8044" y="63510"/>
                  </a:cubicBezTo>
                  <a:cubicBezTo>
                    <a:pt x="-2500" y="53542"/>
                    <a:pt x="-2970" y="36902"/>
                    <a:pt x="6998" y="26358"/>
                  </a:cubicBezTo>
                  <a:cubicBezTo>
                    <a:pt x="37609" y="-512"/>
                    <a:pt x="80858" y="-7629"/>
                    <a:pt x="118455" y="8043"/>
                  </a:cubicBezTo>
                  <a:cubicBezTo>
                    <a:pt x="134101" y="16782"/>
                    <a:pt x="148098" y="28215"/>
                    <a:pt x="159794" y="41795"/>
                  </a:cubicBezTo>
                  <a:cubicBezTo>
                    <a:pt x="167276" y="50847"/>
                    <a:pt x="176094" y="58696"/>
                    <a:pt x="185958" y="65080"/>
                  </a:cubicBezTo>
                  <a:cubicBezTo>
                    <a:pt x="198778" y="71621"/>
                    <a:pt x="203932" y="87267"/>
                    <a:pt x="197469" y="100139"/>
                  </a:cubicBezTo>
                  <a:cubicBezTo>
                    <a:pt x="193048" y="108930"/>
                    <a:pt x="184047" y="114503"/>
                    <a:pt x="174184" y="114530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6" id="26"/>
            <p:cNvSpPr/>
            <p:nvPr/>
          </p:nvSpPr>
          <p:spPr>
            <a:xfrm flipH="false" flipV="false" rot="0">
              <a:off x="5706688" y="2297523"/>
              <a:ext cx="68181" cy="84557"/>
            </a:xfrm>
            <a:custGeom>
              <a:rect l="l" t="t" r="r" b="b"/>
              <a:pathLst>
                <a:path w="68181" h="84557">
                  <a:moveTo>
                    <a:pt x="4914" y="30599"/>
                  </a:moveTo>
                  <a:cubicBezTo>
                    <a:pt x="-5499" y="48835"/>
                    <a:pt x="544" y="72068"/>
                    <a:pt x="18519" y="82926"/>
                  </a:cubicBezTo>
                  <a:cubicBezTo>
                    <a:pt x="34478" y="88944"/>
                    <a:pt x="54363" y="75862"/>
                    <a:pt x="62997" y="53623"/>
                  </a:cubicBezTo>
                  <a:cubicBezTo>
                    <a:pt x="73254" y="35361"/>
                    <a:pt x="67262" y="12258"/>
                    <a:pt x="49392" y="1295"/>
                  </a:cubicBezTo>
                  <a:cubicBezTo>
                    <a:pt x="33170" y="-4722"/>
                    <a:pt x="13286" y="8360"/>
                    <a:pt x="4914" y="3059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7" id="27"/>
            <p:cNvSpPr/>
            <p:nvPr/>
          </p:nvSpPr>
          <p:spPr>
            <a:xfrm flipH="false" flipV="false" rot="0">
              <a:off x="5399165" y="2180462"/>
              <a:ext cx="68471" cy="84776"/>
            </a:xfrm>
            <a:custGeom>
              <a:rect l="l" t="t" r="r" b="b"/>
              <a:pathLst>
                <a:path w="68471" h="84776">
                  <a:moveTo>
                    <a:pt x="5012" y="30708"/>
                  </a:moveTo>
                  <a:cubicBezTo>
                    <a:pt x="-5558" y="48944"/>
                    <a:pt x="512" y="72256"/>
                    <a:pt x="18618" y="83035"/>
                  </a:cubicBezTo>
                  <a:cubicBezTo>
                    <a:pt x="34839" y="89314"/>
                    <a:pt x="54724" y="76233"/>
                    <a:pt x="63096" y="53732"/>
                  </a:cubicBezTo>
                  <a:cubicBezTo>
                    <a:pt x="73666" y="35496"/>
                    <a:pt x="67596" y="12184"/>
                    <a:pt x="49491" y="1405"/>
                  </a:cubicBezTo>
                  <a:cubicBezTo>
                    <a:pt x="33269" y="-4874"/>
                    <a:pt x="13646" y="8207"/>
                    <a:pt x="5012" y="30708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8" id="28"/>
            <p:cNvSpPr/>
            <p:nvPr/>
          </p:nvSpPr>
          <p:spPr>
            <a:xfrm flipH="false" flipV="false" rot="0">
              <a:off x="5402064" y="2569266"/>
              <a:ext cx="227054" cy="208260"/>
            </a:xfrm>
            <a:custGeom>
              <a:rect l="l" t="t" r="r" b="b"/>
              <a:pathLst>
                <a:path w="227054" h="208260">
                  <a:moveTo>
                    <a:pt x="119066" y="208086"/>
                  </a:moveTo>
                  <a:cubicBezTo>
                    <a:pt x="113833" y="208165"/>
                    <a:pt x="108652" y="207458"/>
                    <a:pt x="103628" y="205993"/>
                  </a:cubicBezTo>
                  <a:cubicBezTo>
                    <a:pt x="64907" y="195528"/>
                    <a:pt x="-22218" y="156544"/>
                    <a:pt x="4992" y="20754"/>
                  </a:cubicBezTo>
                  <a:cubicBezTo>
                    <a:pt x="6404" y="13560"/>
                    <a:pt x="10774" y="7306"/>
                    <a:pt x="17027" y="3486"/>
                  </a:cubicBezTo>
                  <a:cubicBezTo>
                    <a:pt x="23254" y="-203"/>
                    <a:pt x="30737" y="-1145"/>
                    <a:pt x="37696" y="870"/>
                  </a:cubicBezTo>
                  <a:cubicBezTo>
                    <a:pt x="110431" y="21539"/>
                    <a:pt x="200696" y="50842"/>
                    <a:pt x="218487" y="73343"/>
                  </a:cubicBezTo>
                  <a:cubicBezTo>
                    <a:pt x="232354" y="91135"/>
                    <a:pt x="228953" y="117560"/>
                    <a:pt x="208807" y="147910"/>
                  </a:cubicBezTo>
                  <a:cubicBezTo>
                    <a:pt x="189995" y="180928"/>
                    <a:pt x="156767" y="203220"/>
                    <a:pt x="119066" y="208086"/>
                  </a:cubicBezTo>
                  <a:close/>
                  <a:moveTo>
                    <a:pt x="52348" y="59738"/>
                  </a:moveTo>
                  <a:cubicBezTo>
                    <a:pt x="44630" y="103929"/>
                    <a:pt x="73331" y="146288"/>
                    <a:pt x="117234" y="155497"/>
                  </a:cubicBezTo>
                  <a:cubicBezTo>
                    <a:pt x="120896" y="155497"/>
                    <a:pt x="128484" y="155497"/>
                    <a:pt x="139211" y="146863"/>
                  </a:cubicBezTo>
                  <a:cubicBezTo>
                    <a:pt x="154229" y="135508"/>
                    <a:pt x="166029" y="120464"/>
                    <a:pt x="173486" y="103170"/>
                  </a:cubicBezTo>
                  <a:cubicBezTo>
                    <a:pt x="134188" y="85823"/>
                    <a:pt x="93712" y="71329"/>
                    <a:pt x="52348" y="59738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29" id="29"/>
            <p:cNvSpPr/>
            <p:nvPr/>
          </p:nvSpPr>
          <p:spPr>
            <a:xfrm flipH="false" flipV="false" rot="0">
              <a:off x="6112609" y="2574276"/>
              <a:ext cx="117434" cy="151701"/>
            </a:xfrm>
            <a:custGeom>
              <a:rect l="l" t="t" r="r" b="b"/>
              <a:pathLst>
                <a:path w="117434" h="151701">
                  <a:moveTo>
                    <a:pt x="25982" y="151534"/>
                  </a:moveTo>
                  <a:cubicBezTo>
                    <a:pt x="11540" y="151534"/>
                    <a:pt x="-181" y="139813"/>
                    <a:pt x="-181" y="125370"/>
                  </a:cubicBezTo>
                  <a:cubicBezTo>
                    <a:pt x="-181" y="46879"/>
                    <a:pt x="44035" y="5802"/>
                    <a:pt x="87729" y="46"/>
                  </a:cubicBezTo>
                  <a:cubicBezTo>
                    <a:pt x="102067" y="-1785"/>
                    <a:pt x="115174" y="8340"/>
                    <a:pt x="117006" y="22652"/>
                  </a:cubicBezTo>
                  <a:cubicBezTo>
                    <a:pt x="117032" y="22704"/>
                    <a:pt x="117032" y="22756"/>
                    <a:pt x="117032" y="22809"/>
                  </a:cubicBezTo>
                  <a:cubicBezTo>
                    <a:pt x="118889" y="37120"/>
                    <a:pt x="108817" y="50202"/>
                    <a:pt x="94531" y="52112"/>
                  </a:cubicBezTo>
                  <a:cubicBezTo>
                    <a:pt x="74908" y="54466"/>
                    <a:pt x="52146" y="75397"/>
                    <a:pt x="52146" y="125370"/>
                  </a:cubicBezTo>
                  <a:cubicBezTo>
                    <a:pt x="52146" y="139813"/>
                    <a:pt x="40425" y="151534"/>
                    <a:pt x="25982" y="151534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0" id="30"/>
            <p:cNvSpPr/>
            <p:nvPr/>
          </p:nvSpPr>
          <p:spPr>
            <a:xfrm flipH="false" flipV="false" rot="0">
              <a:off x="6256341" y="3999198"/>
              <a:ext cx="407440" cy="1554548"/>
            </a:xfrm>
            <a:custGeom>
              <a:rect l="l" t="t" r="r" b="b"/>
              <a:pathLst>
                <a:path w="407440" h="1554548">
                  <a:moveTo>
                    <a:pt x="25889" y="1554381"/>
                  </a:moveTo>
                  <a:lnTo>
                    <a:pt x="19871" y="1554381"/>
                  </a:lnTo>
                  <a:cubicBezTo>
                    <a:pt x="5874" y="1551006"/>
                    <a:pt x="-2760" y="1536982"/>
                    <a:pt x="510" y="1522984"/>
                  </a:cubicBezTo>
                  <a:lnTo>
                    <a:pt x="354243" y="20667"/>
                  </a:lnTo>
                  <a:cubicBezTo>
                    <a:pt x="357566" y="6224"/>
                    <a:pt x="371982" y="-2802"/>
                    <a:pt x="386424" y="520"/>
                  </a:cubicBezTo>
                  <a:cubicBezTo>
                    <a:pt x="400867" y="3843"/>
                    <a:pt x="409893" y="18259"/>
                    <a:pt x="406570" y="32702"/>
                  </a:cubicBezTo>
                  <a:lnTo>
                    <a:pt x="51268" y="1533973"/>
                  </a:lnTo>
                  <a:cubicBezTo>
                    <a:pt x="48599" y="1545852"/>
                    <a:pt x="38055" y="1554302"/>
                    <a:pt x="25889" y="1554381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1" id="31"/>
            <p:cNvSpPr/>
            <p:nvPr/>
          </p:nvSpPr>
          <p:spPr>
            <a:xfrm flipH="false" flipV="false" rot="0">
              <a:off x="5957965" y="2745327"/>
              <a:ext cx="2119813" cy="1185241"/>
            </a:xfrm>
            <a:custGeom>
              <a:rect l="l" t="t" r="r" b="b"/>
              <a:pathLst>
                <a:path w="2119813" h="1185242">
                  <a:moveTo>
                    <a:pt x="1736841" y="1180349"/>
                  </a:moveTo>
                  <a:lnTo>
                    <a:pt x="98211" y="1151569"/>
                  </a:lnTo>
                  <a:cubicBezTo>
                    <a:pt x="42875" y="1150575"/>
                    <a:pt x="-1159" y="1104893"/>
                    <a:pt x="-165" y="1049557"/>
                  </a:cubicBezTo>
                  <a:cubicBezTo>
                    <a:pt x="-165" y="1049557"/>
                    <a:pt x="-165" y="1049531"/>
                    <a:pt x="-165" y="1049531"/>
                  </a:cubicBezTo>
                  <a:lnTo>
                    <a:pt x="16580" y="98220"/>
                  </a:lnTo>
                  <a:cubicBezTo>
                    <a:pt x="17443" y="43040"/>
                    <a:pt x="62864" y="-1019"/>
                    <a:pt x="118069" y="-156"/>
                  </a:cubicBezTo>
                  <a:cubicBezTo>
                    <a:pt x="118174" y="-156"/>
                    <a:pt x="118252" y="-156"/>
                    <a:pt x="118356" y="-156"/>
                  </a:cubicBezTo>
                  <a:lnTo>
                    <a:pt x="2021240" y="33334"/>
                  </a:lnTo>
                  <a:cubicBezTo>
                    <a:pt x="2076576" y="34328"/>
                    <a:pt x="2120610" y="80010"/>
                    <a:pt x="2119616" y="135346"/>
                  </a:cubicBezTo>
                  <a:cubicBezTo>
                    <a:pt x="2119616" y="135346"/>
                    <a:pt x="2119616" y="135372"/>
                    <a:pt x="2119616" y="135372"/>
                  </a:cubicBezTo>
                  <a:lnTo>
                    <a:pt x="2102871" y="1086683"/>
                  </a:lnTo>
                  <a:cubicBezTo>
                    <a:pt x="2101877" y="1142019"/>
                    <a:pt x="2056195" y="1186053"/>
                    <a:pt x="2000859" y="1185058"/>
                  </a:cubicBezTo>
                  <a:cubicBezTo>
                    <a:pt x="2000859" y="1185058"/>
                    <a:pt x="2000832" y="1185058"/>
                    <a:pt x="2000832" y="1185058"/>
                  </a:cubicBezTo>
                  <a:lnTo>
                    <a:pt x="1620151" y="1178256"/>
                  </a:lnTo>
                  <a:close/>
                </a:path>
              </a:pathLst>
            </a:custGeom>
            <a:solidFill>
              <a:srgbClr val="DFBD0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2" id="32"/>
            <p:cNvSpPr/>
            <p:nvPr/>
          </p:nvSpPr>
          <p:spPr>
            <a:xfrm flipH="false" flipV="false" rot="0">
              <a:off x="6391254" y="2545254"/>
              <a:ext cx="827033" cy="339849"/>
            </a:xfrm>
            <a:custGeom>
              <a:rect l="l" t="t" r="r" b="b"/>
              <a:pathLst>
                <a:path w="827033" h="339849">
                  <a:moveTo>
                    <a:pt x="826852" y="223988"/>
                  </a:moveTo>
                  <a:cubicBezTo>
                    <a:pt x="826852" y="223988"/>
                    <a:pt x="704929" y="-45760"/>
                    <a:pt x="539051" y="6567"/>
                  </a:cubicBezTo>
                  <a:cubicBezTo>
                    <a:pt x="373174" y="58895"/>
                    <a:pt x="-181" y="276053"/>
                    <a:pt x="-181" y="276053"/>
                  </a:cubicBezTo>
                  <a:cubicBezTo>
                    <a:pt x="-181" y="276053"/>
                    <a:pt x="34616" y="371812"/>
                    <a:pt x="269566" y="328381"/>
                  </a:cubicBezTo>
                  <a:cubicBezTo>
                    <a:pt x="504515" y="284949"/>
                    <a:pt x="573849" y="223726"/>
                    <a:pt x="573849" y="223726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3" id="33"/>
            <p:cNvSpPr/>
            <p:nvPr/>
          </p:nvSpPr>
          <p:spPr>
            <a:xfrm flipH="false" flipV="false" rot="0">
              <a:off x="6363705" y="2518782"/>
              <a:ext cx="878253" cy="392695"/>
            </a:xfrm>
            <a:custGeom>
              <a:rect l="l" t="t" r="r" b="b"/>
              <a:pathLst>
                <a:path w="878253" h="392695">
                  <a:moveTo>
                    <a:pt x="184610" y="392528"/>
                  </a:moveTo>
                  <a:cubicBezTo>
                    <a:pt x="36523" y="392528"/>
                    <a:pt x="5389" y="321362"/>
                    <a:pt x="1464" y="311682"/>
                  </a:cubicBezTo>
                  <a:cubicBezTo>
                    <a:pt x="-2958" y="299804"/>
                    <a:pt x="1778" y="286460"/>
                    <a:pt x="12714" y="280024"/>
                  </a:cubicBezTo>
                  <a:cubicBezTo>
                    <a:pt x="28152" y="271128"/>
                    <a:pt x="391303" y="60511"/>
                    <a:pt x="557442" y="7922"/>
                  </a:cubicBezTo>
                  <a:cubicBezTo>
                    <a:pt x="742942" y="-50685"/>
                    <a:pt x="871406" y="227958"/>
                    <a:pt x="876377" y="239732"/>
                  </a:cubicBezTo>
                  <a:cubicBezTo>
                    <a:pt x="881479" y="253258"/>
                    <a:pt x="874677" y="268355"/>
                    <a:pt x="861150" y="273457"/>
                  </a:cubicBezTo>
                  <a:cubicBezTo>
                    <a:pt x="848801" y="278140"/>
                    <a:pt x="834908" y="272855"/>
                    <a:pt x="828759" y="261186"/>
                  </a:cubicBezTo>
                  <a:cubicBezTo>
                    <a:pt x="828759" y="258831"/>
                    <a:pt x="714424" y="13416"/>
                    <a:pt x="573402" y="57895"/>
                  </a:cubicBezTo>
                  <a:cubicBezTo>
                    <a:pt x="437874" y="100541"/>
                    <a:pt x="154784" y="259878"/>
                    <a:pt x="65565" y="310112"/>
                  </a:cubicBezTo>
                  <a:cubicBezTo>
                    <a:pt x="90159" y="329212"/>
                    <a:pt x="151120" y="355114"/>
                    <a:pt x="290834" y="329212"/>
                  </a:cubicBezTo>
                  <a:cubicBezTo>
                    <a:pt x="512702" y="288134"/>
                    <a:pt x="582298" y="231359"/>
                    <a:pt x="583083" y="230836"/>
                  </a:cubicBezTo>
                  <a:cubicBezTo>
                    <a:pt x="593705" y="221025"/>
                    <a:pt x="610240" y="221705"/>
                    <a:pt x="620052" y="232327"/>
                  </a:cubicBezTo>
                  <a:cubicBezTo>
                    <a:pt x="629863" y="242924"/>
                    <a:pt x="629183" y="259486"/>
                    <a:pt x="618587" y="269297"/>
                  </a:cubicBezTo>
                  <a:cubicBezTo>
                    <a:pt x="618168" y="269663"/>
                    <a:pt x="617775" y="270003"/>
                    <a:pt x="617357" y="270343"/>
                  </a:cubicBezTo>
                  <a:cubicBezTo>
                    <a:pt x="614479" y="272960"/>
                    <a:pt x="538866" y="336276"/>
                    <a:pt x="300515" y="380493"/>
                  </a:cubicBezTo>
                  <a:cubicBezTo>
                    <a:pt x="262316" y="388001"/>
                    <a:pt x="223542" y="392031"/>
                    <a:pt x="184610" y="392528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4" id="34"/>
            <p:cNvSpPr/>
            <p:nvPr/>
          </p:nvSpPr>
          <p:spPr>
            <a:xfrm flipH="false" flipV="false" rot="0">
              <a:off x="6690858" y="3826548"/>
              <a:ext cx="612982" cy="256815"/>
            </a:xfrm>
            <a:custGeom>
              <a:rect l="l" t="t" r="r" b="b"/>
              <a:pathLst>
                <a:path w="612982" h="256815">
                  <a:moveTo>
                    <a:pt x="407678" y="84215"/>
                  </a:moveTo>
                  <a:cubicBezTo>
                    <a:pt x="335754" y="15587"/>
                    <a:pt x="234893" y="-13716"/>
                    <a:pt x="137407" y="5724"/>
                  </a:cubicBezTo>
                  <a:cubicBezTo>
                    <a:pt x="-36843" y="34765"/>
                    <a:pt x="3972" y="110378"/>
                    <a:pt x="3972" y="110378"/>
                  </a:cubicBezTo>
                  <a:cubicBezTo>
                    <a:pt x="3972" y="110378"/>
                    <a:pt x="195229" y="272854"/>
                    <a:pt x="328664" y="255325"/>
                  </a:cubicBezTo>
                  <a:cubicBezTo>
                    <a:pt x="462098" y="237795"/>
                    <a:pt x="612801" y="93110"/>
                    <a:pt x="612801" y="9311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5" id="35"/>
            <p:cNvSpPr/>
            <p:nvPr/>
          </p:nvSpPr>
          <p:spPr>
            <a:xfrm flipH="false" flipV="false" rot="0">
              <a:off x="6664337" y="3801272"/>
              <a:ext cx="665822" cy="309287"/>
            </a:xfrm>
            <a:custGeom>
              <a:rect l="l" t="t" r="r" b="b"/>
              <a:pathLst>
                <a:path w="665822" h="309287">
                  <a:moveTo>
                    <a:pt x="334779" y="309119"/>
                  </a:moveTo>
                  <a:cubicBezTo>
                    <a:pt x="194803" y="309119"/>
                    <a:pt x="20815" y="163126"/>
                    <a:pt x="13489" y="156585"/>
                  </a:cubicBezTo>
                  <a:cubicBezTo>
                    <a:pt x="10873" y="154623"/>
                    <a:pt x="8780" y="152006"/>
                    <a:pt x="7471" y="148998"/>
                  </a:cubicBezTo>
                  <a:cubicBezTo>
                    <a:pt x="-2732" y="128852"/>
                    <a:pt x="-2732" y="105042"/>
                    <a:pt x="7471" y="84896"/>
                  </a:cubicBezTo>
                  <a:cubicBezTo>
                    <a:pt x="26309" y="46436"/>
                    <a:pt x="77328" y="20272"/>
                    <a:pt x="159221" y="6405"/>
                  </a:cubicBezTo>
                  <a:cubicBezTo>
                    <a:pt x="265341" y="-15101"/>
                    <a:pt x="375280" y="16871"/>
                    <a:pt x="453300" y="91961"/>
                  </a:cubicBezTo>
                  <a:cubicBezTo>
                    <a:pt x="462353" y="103237"/>
                    <a:pt x="460548" y="119694"/>
                    <a:pt x="449271" y="128747"/>
                  </a:cubicBezTo>
                  <a:cubicBezTo>
                    <a:pt x="438936" y="137041"/>
                    <a:pt x="424049" y="136308"/>
                    <a:pt x="414578" y="127020"/>
                  </a:cubicBezTo>
                  <a:cubicBezTo>
                    <a:pt x="348463" y="65248"/>
                    <a:pt x="256392" y="39555"/>
                    <a:pt x="167855" y="58210"/>
                  </a:cubicBezTo>
                  <a:cubicBezTo>
                    <a:pt x="80468" y="72600"/>
                    <a:pt x="59537" y="97717"/>
                    <a:pt x="54566" y="107920"/>
                  </a:cubicBezTo>
                  <a:cubicBezTo>
                    <a:pt x="52499" y="112054"/>
                    <a:pt x="51766" y="116711"/>
                    <a:pt x="52473" y="121264"/>
                  </a:cubicBezTo>
                  <a:cubicBezTo>
                    <a:pt x="83607" y="147428"/>
                    <a:pt x="242944" y="270136"/>
                    <a:pt x="351523" y="255745"/>
                  </a:cubicBezTo>
                  <a:cubicBezTo>
                    <a:pt x="474755" y="239786"/>
                    <a:pt x="619701" y="101903"/>
                    <a:pt x="621009" y="100595"/>
                  </a:cubicBezTo>
                  <a:cubicBezTo>
                    <a:pt x="631213" y="90443"/>
                    <a:pt x="647696" y="90443"/>
                    <a:pt x="657900" y="100595"/>
                  </a:cubicBezTo>
                  <a:cubicBezTo>
                    <a:pt x="668156" y="110773"/>
                    <a:pt x="668235" y="127334"/>
                    <a:pt x="658057" y="137590"/>
                  </a:cubicBezTo>
                  <a:cubicBezTo>
                    <a:pt x="658005" y="137642"/>
                    <a:pt x="657952" y="137695"/>
                    <a:pt x="657900" y="137747"/>
                  </a:cubicBezTo>
                  <a:cubicBezTo>
                    <a:pt x="651359" y="143765"/>
                    <a:pt x="499087" y="288973"/>
                    <a:pt x="358849" y="307026"/>
                  </a:cubicBezTo>
                  <a:cubicBezTo>
                    <a:pt x="350869" y="308256"/>
                    <a:pt x="342837" y="308962"/>
                    <a:pt x="334779" y="309119"/>
                  </a:cubicBez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name="AutoShape 36" id="36"/>
            <p:cNvSpPr/>
            <p:nvPr/>
          </p:nvSpPr>
          <p:spPr>
            <a:xfrm flipH="false" flipV="false" rot="0">
              <a:off x="4632068" y="3981542"/>
              <a:ext cx="185862" cy="435136"/>
            </a:xfrm>
            <a:custGeom>
              <a:rect l="l" t="t" r="r" b="b"/>
              <a:pathLst>
                <a:path w="185862" h="435136">
                  <a:moveTo>
                    <a:pt x="26184" y="434964"/>
                  </a:moveTo>
                  <a:cubicBezTo>
                    <a:pt x="23253" y="435016"/>
                    <a:pt x="20323" y="434571"/>
                    <a:pt x="17549" y="433655"/>
                  </a:cubicBezTo>
                  <a:cubicBezTo>
                    <a:pt x="3866" y="428998"/>
                    <a:pt x="-3434" y="414137"/>
                    <a:pt x="1223" y="400454"/>
                  </a:cubicBezTo>
                  <a:cubicBezTo>
                    <a:pt x="1249" y="400350"/>
                    <a:pt x="1302" y="400271"/>
                    <a:pt x="1328" y="400166"/>
                  </a:cubicBezTo>
                  <a:lnTo>
                    <a:pt x="134763" y="17392"/>
                  </a:lnTo>
                  <a:cubicBezTo>
                    <a:pt x="139525" y="3734"/>
                    <a:pt x="154464" y="-3461"/>
                    <a:pt x="168122" y="1301"/>
                  </a:cubicBezTo>
                  <a:cubicBezTo>
                    <a:pt x="181779" y="6063"/>
                    <a:pt x="188974" y="21002"/>
                    <a:pt x="184212" y="34659"/>
                  </a:cubicBezTo>
                  <a:lnTo>
                    <a:pt x="50777" y="417434"/>
                  </a:lnTo>
                  <a:cubicBezTo>
                    <a:pt x="47115" y="427899"/>
                    <a:pt x="37277" y="434911"/>
                    <a:pt x="26184" y="434964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778495">
            <a:alpha val="100000"/>
            <a:lumMod val="20000"/>
            <a:lumOff val="8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false" flipV="false" rot="0">
            <a:off x="0" y="803443"/>
            <a:ext cx="12192000" cy="6054557"/>
            <a:chOff x="0" y="803443"/>
            <a:chExt cx="12192000" cy="6054557"/>
          </a:xfrm>
        </p:grpSpPr>
        <p:sp>
          <p:nvSpPr>
            <p:cNvPr name="AutoShape 3" id="3"/>
            <p:cNvSpPr/>
            <p:nvPr/>
          </p:nvSpPr>
          <p:spPr>
            <a:xfrm flipH="false" flipV="false" rot="0">
              <a:off x="660400" y="803443"/>
              <a:ext cx="8595361" cy="4649001"/>
            </a:xfrm>
            <a:custGeom>
              <a:rect l="l" t="t" r="r" b="b"/>
              <a:pathLst>
                <a:path w="8595361" h="4649001">
                  <a:moveTo>
                    <a:pt x="193537" y="0"/>
                  </a:moveTo>
                  <a:lnTo>
                    <a:pt x="8401824" y="0"/>
                  </a:lnTo>
                  <a:cubicBezTo>
                    <a:pt x="8508712" y="0"/>
                    <a:pt x="8595361" y="86649"/>
                    <a:pt x="8595361" y="193537"/>
                  </a:cubicBezTo>
                  <a:lnTo>
                    <a:pt x="8595361" y="3906825"/>
                  </a:lnTo>
                  <a:cubicBezTo>
                    <a:pt x="8595361" y="4013713"/>
                    <a:pt x="8508712" y="4100362"/>
                    <a:pt x="8401824" y="4100362"/>
                  </a:cubicBezTo>
                  <a:lnTo>
                    <a:pt x="900925" y="4100362"/>
                  </a:lnTo>
                  <a:lnTo>
                    <a:pt x="462013" y="4649001"/>
                  </a:lnTo>
                  <a:lnTo>
                    <a:pt x="462013" y="4100362"/>
                  </a:lnTo>
                  <a:lnTo>
                    <a:pt x="193537" y="4100362"/>
                  </a:lnTo>
                  <a:cubicBezTo>
                    <a:pt x="86649" y="4100362"/>
                    <a:pt x="0" y="4013713"/>
                    <a:pt x="0" y="3906825"/>
                  </a:cubicBezTo>
                  <a:lnTo>
                    <a:pt x="0" y="193537"/>
                  </a:lnTo>
                  <a:cubicBezTo>
                    <a:pt x="0" y="86649"/>
                    <a:pt x="86649" y="0"/>
                    <a:pt x="19353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25400">
              <a:solidFill>
                <a:srgbClr val="2F2F2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name="AutoShape 4" id="4"/>
            <p:cNvSpPr/>
            <p:nvPr/>
          </p:nvSpPr>
          <p:spPr>
            <a:xfrm flipH="false" flipV="false" rot="0">
              <a:off x="0" y="6134100"/>
              <a:ext cx="12192000" cy="723900"/>
            </a:xfrm>
            <a:custGeom>
              <a:rect l="l" t="t" r="r" b="b"/>
              <a:pathLst>
                <a:path w="12192000" h="723900">
                  <a:moveTo>
                    <a:pt x="0" y="0"/>
                  </a:moveTo>
                  <a:lnTo>
                    <a:pt x="12192000" y="0"/>
                  </a:lnTo>
                  <a:lnTo>
                    <a:pt x="12192000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2F2F2F">
                <a:alpha val="100000"/>
              </a:srgbClr>
            </a:solidFill>
            <a:ln w="12700">
              <a:solidFill>
                <a:srgbClr val="0B3D2E">
                  <a:alpha val="100000"/>
                  <a:shade val="15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name="Group 5" id="5"/>
            <p:cNvGrpSpPr/>
            <p:nvPr/>
          </p:nvGrpSpPr>
          <p:grpSpPr>
            <a:xfrm flipH="false" flipV="false" rot="0">
              <a:off x="4985886" y="1538839"/>
              <a:ext cx="7148375" cy="4945891"/>
              <a:chOff x="4985886" y="1538839"/>
              <a:chExt cx="7148375" cy="4945891"/>
            </a:xfrm>
          </p:grpSpPr>
          <p:sp>
            <p:nvSpPr>
              <p:cNvPr name="AutoShape 6" id="6"/>
              <p:cNvSpPr/>
              <p:nvPr/>
            </p:nvSpPr>
            <p:spPr>
              <a:xfrm flipH="false" flipV="false" rot="0">
                <a:off x="8736528" y="1778000"/>
                <a:ext cx="2010779" cy="2006346"/>
              </a:xfrm>
              <a:custGeom>
                <a:rect l="l" t="t" r="r" b="b"/>
                <a:pathLst>
                  <a:path w="1639233" h="1639233">
                    <a:moveTo>
                      <a:pt x="1639233" y="819617"/>
                    </a:moveTo>
                    <a:cubicBezTo>
                      <a:pt x="1639233" y="1272279"/>
                      <a:pt x="1272278" y="1639233"/>
                      <a:pt x="819617" y="1639233"/>
                    </a:cubicBezTo>
                    <a:cubicBezTo>
                      <a:pt x="366955" y="1639233"/>
                      <a:pt x="0" y="1272279"/>
                      <a:pt x="0" y="819617"/>
                    </a:cubicBezTo>
                    <a:cubicBezTo>
                      <a:pt x="0" y="366955"/>
                      <a:pt x="366955" y="0"/>
                      <a:pt x="819617" y="0"/>
                    </a:cubicBezTo>
                    <a:cubicBezTo>
                      <a:pt x="1272278" y="0"/>
                      <a:pt x="1639233" y="366955"/>
                      <a:pt x="1639233" y="819617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7" id="7"/>
              <p:cNvSpPr/>
              <p:nvPr/>
            </p:nvSpPr>
            <p:spPr>
              <a:xfrm flipH="false" flipV="false" rot="20820000">
                <a:off x="8548738" y="3272309"/>
                <a:ext cx="2010779" cy="2006346"/>
              </a:xfrm>
              <a:custGeom>
                <a:rect l="l" t="t" r="r" b="b"/>
                <a:pathLst>
                  <a:path w="1639233" h="1639233">
                    <a:moveTo>
                      <a:pt x="1638790" y="819145"/>
                    </a:moveTo>
                    <a:cubicBezTo>
                      <a:pt x="1638790" y="1271806"/>
                      <a:pt x="1271836" y="1638762"/>
                      <a:pt x="819173" y="1638762"/>
                    </a:cubicBezTo>
                    <a:cubicBezTo>
                      <a:pt x="366512" y="1638762"/>
                      <a:pt x="-444" y="1271807"/>
                      <a:pt x="-444" y="819145"/>
                    </a:cubicBezTo>
                    <a:cubicBezTo>
                      <a:pt x="-444" y="366483"/>
                      <a:pt x="366510" y="-473"/>
                      <a:pt x="819173" y="-473"/>
                    </a:cubicBezTo>
                    <a:cubicBezTo>
                      <a:pt x="1271834" y="-473"/>
                      <a:pt x="1638790" y="366482"/>
                      <a:pt x="1638790" y="81914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8" id="8"/>
              <p:cNvSpPr/>
              <p:nvPr/>
            </p:nvSpPr>
            <p:spPr>
              <a:xfrm flipH="false" flipV="false" rot="20100000">
                <a:off x="10272396" y="2991443"/>
                <a:ext cx="1222873" cy="1220177"/>
              </a:xfrm>
              <a:custGeom>
                <a:rect l="l" t="t" r="r" b="b"/>
                <a:pathLst>
                  <a:path w="996914" h="996914">
                    <a:moveTo>
                      <a:pt x="996471" y="497985"/>
                    </a:moveTo>
                    <a:cubicBezTo>
                      <a:pt x="996471" y="773276"/>
                      <a:pt x="773304" y="996443"/>
                      <a:pt x="498014" y="996443"/>
                    </a:cubicBezTo>
                    <a:cubicBezTo>
                      <a:pt x="222723" y="996443"/>
                      <a:pt x="-444" y="773276"/>
                      <a:pt x="-444" y="497985"/>
                    </a:cubicBezTo>
                    <a:cubicBezTo>
                      <a:pt x="-444" y="222695"/>
                      <a:pt x="222723" y="-472"/>
                      <a:pt x="498014" y="-472"/>
                    </a:cubicBezTo>
                    <a:cubicBezTo>
                      <a:pt x="773304" y="-472"/>
                      <a:pt x="996471" y="222695"/>
                      <a:pt x="996471" y="49798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9" id="9"/>
              <p:cNvSpPr/>
              <p:nvPr/>
            </p:nvSpPr>
            <p:spPr>
              <a:xfrm flipH="false" flipV="false" rot="0">
                <a:off x="5449616" y="2069605"/>
                <a:ext cx="6666358" cy="4389674"/>
              </a:xfrm>
              <a:custGeom>
                <a:rect l="l" t="t" r="r" b="b"/>
                <a:pathLst>
                  <a:path w="5434569" h="3586469">
                    <a:moveTo>
                      <a:pt x="5385578" y="2850987"/>
                    </a:moveTo>
                    <a:cubicBezTo>
                      <a:pt x="4993155" y="1990294"/>
                      <a:pt x="4538068" y="1005607"/>
                      <a:pt x="4538068" y="1005607"/>
                    </a:cubicBezTo>
                    <a:cubicBezTo>
                      <a:pt x="4516860" y="1005607"/>
                      <a:pt x="4495463" y="1008091"/>
                      <a:pt x="4474256" y="1010192"/>
                    </a:cubicBezTo>
                    <a:cubicBezTo>
                      <a:pt x="4285917" y="1028934"/>
                      <a:pt x="4105103" y="1093912"/>
                      <a:pt x="3947906" y="1199335"/>
                    </a:cubicBezTo>
                    <a:lnTo>
                      <a:pt x="3854098" y="818375"/>
                    </a:lnTo>
                    <a:cubicBezTo>
                      <a:pt x="3874905" y="826036"/>
                      <a:pt x="3897238" y="828673"/>
                      <a:pt x="3919248" y="826018"/>
                    </a:cubicBezTo>
                    <a:cubicBezTo>
                      <a:pt x="4023180" y="812835"/>
                      <a:pt x="4091195" y="684447"/>
                      <a:pt x="4069797" y="541731"/>
                    </a:cubicBezTo>
                    <a:cubicBezTo>
                      <a:pt x="4049355" y="409904"/>
                      <a:pt x="3954019" y="312467"/>
                      <a:pt x="3856964" y="323740"/>
                    </a:cubicBezTo>
                    <a:cubicBezTo>
                      <a:pt x="3786848" y="332146"/>
                      <a:pt x="3732780" y="392901"/>
                      <a:pt x="3711382" y="475244"/>
                    </a:cubicBezTo>
                    <a:cubicBezTo>
                      <a:pt x="3690176" y="219234"/>
                      <a:pt x="3529691" y="15762"/>
                      <a:pt x="3320488" y="478"/>
                    </a:cubicBezTo>
                    <a:cubicBezTo>
                      <a:pt x="3081863" y="-17290"/>
                      <a:pt x="2870176" y="216368"/>
                      <a:pt x="2847632" y="522243"/>
                    </a:cubicBezTo>
                    <a:cubicBezTo>
                      <a:pt x="2825088" y="828119"/>
                      <a:pt x="3000474" y="1090243"/>
                      <a:pt x="3238909" y="1107821"/>
                    </a:cubicBezTo>
                    <a:cubicBezTo>
                      <a:pt x="3263459" y="1109617"/>
                      <a:pt x="3288124" y="1108719"/>
                      <a:pt x="3312464" y="1105146"/>
                    </a:cubicBezTo>
                    <a:lnTo>
                      <a:pt x="3406270" y="1485914"/>
                    </a:lnTo>
                    <a:lnTo>
                      <a:pt x="3170894" y="1600546"/>
                    </a:lnTo>
                    <a:lnTo>
                      <a:pt x="3067343" y="1657861"/>
                    </a:lnTo>
                    <a:cubicBezTo>
                      <a:pt x="3048237" y="1668560"/>
                      <a:pt x="3029132" y="1680214"/>
                      <a:pt x="3011173" y="1692633"/>
                    </a:cubicBezTo>
                    <a:cubicBezTo>
                      <a:pt x="3015186" y="1697792"/>
                      <a:pt x="2622572" y="2684197"/>
                      <a:pt x="2622572" y="2684197"/>
                    </a:cubicBezTo>
                    <a:lnTo>
                      <a:pt x="1436516" y="2739030"/>
                    </a:lnTo>
                    <a:lnTo>
                      <a:pt x="859536" y="2361701"/>
                    </a:lnTo>
                    <a:cubicBezTo>
                      <a:pt x="796126" y="2319707"/>
                      <a:pt x="715808" y="2312523"/>
                      <a:pt x="645939" y="2342595"/>
                    </a:cubicBezTo>
                    <a:lnTo>
                      <a:pt x="116341" y="2574915"/>
                    </a:lnTo>
                    <a:lnTo>
                      <a:pt x="1709" y="2981857"/>
                    </a:lnTo>
                    <a:cubicBezTo>
                      <a:pt x="-6754" y="3011604"/>
                      <a:pt x="10497" y="3042555"/>
                      <a:pt x="40244" y="3051018"/>
                    </a:cubicBezTo>
                    <a:cubicBezTo>
                      <a:pt x="44677" y="3052280"/>
                      <a:pt x="49262" y="3052987"/>
                      <a:pt x="53867" y="3053121"/>
                    </a:cubicBezTo>
                    <a:lnTo>
                      <a:pt x="62082" y="3053121"/>
                    </a:lnTo>
                    <a:cubicBezTo>
                      <a:pt x="136038" y="3055566"/>
                      <a:pt x="207091" y="3024290"/>
                      <a:pt x="255237" y="2968102"/>
                    </a:cubicBezTo>
                    <a:lnTo>
                      <a:pt x="391457" y="3245510"/>
                    </a:lnTo>
                    <a:cubicBezTo>
                      <a:pt x="409416" y="3282307"/>
                      <a:pt x="453797" y="3297553"/>
                      <a:pt x="490595" y="3279594"/>
                    </a:cubicBezTo>
                    <a:cubicBezTo>
                      <a:pt x="492218" y="3278811"/>
                      <a:pt x="493823" y="3277951"/>
                      <a:pt x="495390" y="3277034"/>
                    </a:cubicBezTo>
                    <a:lnTo>
                      <a:pt x="502650" y="3272640"/>
                    </a:lnTo>
                    <a:cubicBezTo>
                      <a:pt x="521277" y="3306820"/>
                      <a:pt x="564112" y="3319429"/>
                      <a:pt x="598291" y="3300802"/>
                    </a:cubicBezTo>
                    <a:cubicBezTo>
                      <a:pt x="600755" y="3299444"/>
                      <a:pt x="603144" y="3297954"/>
                      <a:pt x="605436" y="3296331"/>
                    </a:cubicBezTo>
                    <a:lnTo>
                      <a:pt x="629509" y="3279136"/>
                    </a:lnTo>
                    <a:lnTo>
                      <a:pt x="647277" y="3279136"/>
                    </a:lnTo>
                    <a:cubicBezTo>
                      <a:pt x="665942" y="3280339"/>
                      <a:pt x="684666" y="3278390"/>
                      <a:pt x="702682" y="3273404"/>
                    </a:cubicBezTo>
                    <a:cubicBezTo>
                      <a:pt x="737263" y="3261712"/>
                      <a:pt x="755833" y="3224189"/>
                      <a:pt x="744141" y="3189609"/>
                    </a:cubicBezTo>
                    <a:cubicBezTo>
                      <a:pt x="741122" y="3180706"/>
                      <a:pt x="736231" y="3172529"/>
                      <a:pt x="729812" y="3165650"/>
                    </a:cubicBezTo>
                    <a:lnTo>
                      <a:pt x="695231" y="3127440"/>
                    </a:lnTo>
                    <a:lnTo>
                      <a:pt x="722552" y="3112538"/>
                    </a:lnTo>
                    <a:lnTo>
                      <a:pt x="997094" y="3253535"/>
                    </a:lnTo>
                    <a:cubicBezTo>
                      <a:pt x="1003781" y="3258503"/>
                      <a:pt x="1010660" y="3263469"/>
                      <a:pt x="1017537" y="3268055"/>
                    </a:cubicBezTo>
                    <a:cubicBezTo>
                      <a:pt x="1192732" y="3386890"/>
                      <a:pt x="1431357" y="3344477"/>
                      <a:pt x="1566240" y="3182082"/>
                    </a:cubicBezTo>
                    <a:lnTo>
                      <a:pt x="1592415" y="3150175"/>
                    </a:lnTo>
                    <a:lnTo>
                      <a:pt x="2913928" y="3272832"/>
                    </a:lnTo>
                    <a:lnTo>
                      <a:pt x="3442571" y="2483401"/>
                    </a:lnTo>
                    <a:lnTo>
                      <a:pt x="3607067" y="3035926"/>
                    </a:lnTo>
                    <a:lnTo>
                      <a:pt x="4697979" y="3536866"/>
                    </a:lnTo>
                    <a:cubicBezTo>
                      <a:pt x="5134152" y="3737281"/>
                      <a:pt x="5584846" y="3287924"/>
                      <a:pt x="5385578" y="285098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0" id="10"/>
              <p:cNvSpPr/>
              <p:nvPr/>
            </p:nvSpPr>
            <p:spPr>
              <a:xfrm flipH="false" flipV="false" rot="0">
                <a:off x="9231489" y="2058670"/>
                <a:ext cx="782750" cy="573142"/>
              </a:xfrm>
              <a:custGeom>
                <a:rect l="l" t="t" r="r" b="b"/>
                <a:pathLst>
                  <a:path w="638116" h="468271">
                    <a:moveTo>
                      <a:pt x="637674" y="437943"/>
                    </a:moveTo>
                    <a:cubicBezTo>
                      <a:pt x="633661" y="439662"/>
                      <a:pt x="629650" y="441573"/>
                      <a:pt x="625637" y="443102"/>
                    </a:cubicBezTo>
                    <a:cubicBezTo>
                      <a:pt x="396374" y="532896"/>
                      <a:pt x="118584" y="370119"/>
                      <a:pt x="3378" y="80101"/>
                    </a:cubicBezTo>
                    <a:cubicBezTo>
                      <a:pt x="2041" y="76853"/>
                      <a:pt x="894" y="73605"/>
                      <a:pt x="-443" y="70166"/>
                    </a:cubicBezTo>
                    <a:cubicBezTo>
                      <a:pt x="70114" y="19614"/>
                      <a:pt x="155934" y="-5090"/>
                      <a:pt x="242577" y="241"/>
                    </a:cubicBezTo>
                    <a:cubicBezTo>
                      <a:pt x="444520" y="14379"/>
                      <a:pt x="601947" y="198745"/>
                      <a:pt x="637674" y="437943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1" id="11"/>
              <p:cNvSpPr/>
              <p:nvPr/>
            </p:nvSpPr>
            <p:spPr>
              <a:xfrm flipH="false" flipV="false" rot="0">
                <a:off x="9501869" y="3056978"/>
                <a:ext cx="420042" cy="386379"/>
              </a:xfrm>
              <a:custGeom>
                <a:rect l="l" t="t" r="r" b="b"/>
                <a:pathLst>
                  <a:path w="342428" h="315681">
                    <a:moveTo>
                      <a:pt x="21201" y="315059"/>
                    </a:moveTo>
                    <a:cubicBezTo>
                      <a:pt x="10655" y="316377"/>
                      <a:pt x="1025" y="308888"/>
                      <a:pt x="-292" y="298342"/>
                    </a:cubicBezTo>
                    <a:cubicBezTo>
                      <a:pt x="-1611" y="287796"/>
                      <a:pt x="5879" y="278166"/>
                      <a:pt x="16425" y="276849"/>
                    </a:cubicBezTo>
                    <a:cubicBezTo>
                      <a:pt x="136788" y="245898"/>
                      <a:pt x="242058" y="148843"/>
                      <a:pt x="305488" y="10712"/>
                    </a:cubicBezTo>
                    <a:cubicBezTo>
                      <a:pt x="309863" y="1102"/>
                      <a:pt x="321192" y="-3120"/>
                      <a:pt x="330801" y="1255"/>
                    </a:cubicBezTo>
                    <a:cubicBezTo>
                      <a:pt x="340412" y="5630"/>
                      <a:pt x="344633" y="16959"/>
                      <a:pt x="340259" y="26570"/>
                    </a:cubicBezTo>
                    <a:cubicBezTo>
                      <a:pt x="272053" y="175208"/>
                      <a:pt x="157422" y="279905"/>
                      <a:pt x="25977" y="31314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2" id="12"/>
              <p:cNvSpPr/>
              <p:nvPr/>
            </p:nvSpPr>
            <p:spPr>
              <a:xfrm flipH="false" flipV="false" rot="0">
                <a:off x="8914161" y="2584734"/>
                <a:ext cx="157037" cy="127001"/>
              </a:xfrm>
              <a:custGeom>
                <a:rect l="l" t="t" r="r" b="b"/>
                <a:pathLst>
                  <a:path w="128020" h="103763">
                    <a:moveTo>
                      <a:pt x="125278" y="4507"/>
                    </a:moveTo>
                    <a:cubicBezTo>
                      <a:pt x="134639" y="16925"/>
                      <a:pt x="114579" y="47876"/>
                      <a:pt x="80380" y="73668"/>
                    </a:cubicBezTo>
                    <a:cubicBezTo>
                      <a:pt x="46182" y="99460"/>
                      <a:pt x="11219" y="110541"/>
                      <a:pt x="1858" y="98314"/>
                    </a:cubicBezTo>
                    <a:cubicBezTo>
                      <a:pt x="-7504" y="86086"/>
                      <a:pt x="12556" y="54945"/>
                      <a:pt x="46564" y="29153"/>
                    </a:cubicBezTo>
                    <a:cubicBezTo>
                      <a:pt x="80571" y="3360"/>
                      <a:pt x="115917" y="-7721"/>
                      <a:pt x="125278" y="4507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3" id="13"/>
              <p:cNvSpPr/>
              <p:nvPr/>
            </p:nvSpPr>
            <p:spPr>
              <a:xfrm flipH="false" flipV="false" rot="0">
                <a:off x="9303138" y="2554310"/>
                <a:ext cx="234952" cy="86990"/>
              </a:xfrm>
              <a:custGeom>
                <a:rect l="l" t="t" r="r" b="b"/>
                <a:pathLst>
                  <a:path w="191538" h="71073">
                    <a:moveTo>
                      <a:pt x="191044" y="43310"/>
                    </a:moveTo>
                    <a:cubicBezTo>
                      <a:pt x="189515" y="62416"/>
                      <a:pt x="145192" y="74070"/>
                      <a:pt x="92270" y="69676"/>
                    </a:cubicBezTo>
                    <a:cubicBezTo>
                      <a:pt x="39348" y="65281"/>
                      <a:pt x="-2110" y="45985"/>
                      <a:pt x="-391" y="26879"/>
                    </a:cubicBezTo>
                    <a:cubicBezTo>
                      <a:pt x="1329" y="7774"/>
                      <a:pt x="45462" y="-4071"/>
                      <a:pt x="98192" y="515"/>
                    </a:cubicBezTo>
                    <a:cubicBezTo>
                      <a:pt x="150923" y="5100"/>
                      <a:pt x="192764" y="24205"/>
                      <a:pt x="191044" y="43310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4" id="14"/>
              <p:cNvSpPr/>
              <p:nvPr/>
            </p:nvSpPr>
            <p:spPr>
              <a:xfrm flipH="false" flipV="false" rot="0">
                <a:off x="9142870" y="2645950"/>
                <a:ext cx="80602" cy="268745"/>
              </a:xfrm>
              <a:custGeom>
                <a:rect l="l" t="t" r="r" b="b"/>
                <a:pathLst>
                  <a:path w="65709" h="219571">
                    <a:moveTo>
                      <a:pt x="45437" y="219100"/>
                    </a:moveTo>
                    <a:cubicBezTo>
                      <a:pt x="41539" y="219100"/>
                      <a:pt x="37737" y="217895"/>
                      <a:pt x="34547" y="215660"/>
                    </a:cubicBezTo>
                    <a:cubicBezTo>
                      <a:pt x="10875" y="199020"/>
                      <a:pt x="-2326" y="171164"/>
                      <a:pt x="-225" y="142296"/>
                    </a:cubicBezTo>
                    <a:lnTo>
                      <a:pt x="9709" y="17156"/>
                    </a:lnTo>
                    <a:cubicBezTo>
                      <a:pt x="10531" y="6668"/>
                      <a:pt x="19664" y="-1185"/>
                      <a:pt x="30152" y="-420"/>
                    </a:cubicBezTo>
                    <a:cubicBezTo>
                      <a:pt x="40641" y="401"/>
                      <a:pt x="48493" y="9533"/>
                      <a:pt x="47729" y="20022"/>
                    </a:cubicBezTo>
                    <a:lnTo>
                      <a:pt x="37986" y="145352"/>
                    </a:lnTo>
                    <a:cubicBezTo>
                      <a:pt x="37088" y="160579"/>
                      <a:pt x="44366" y="175138"/>
                      <a:pt x="57091" y="183563"/>
                    </a:cubicBezTo>
                    <a:cubicBezTo>
                      <a:pt x="65746" y="189601"/>
                      <a:pt x="67866" y="201503"/>
                      <a:pt x="61829" y="210158"/>
                    </a:cubicBezTo>
                    <a:cubicBezTo>
                      <a:pt x="58217" y="215336"/>
                      <a:pt x="52314" y="218373"/>
                      <a:pt x="46009" y="21833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5" id="15"/>
              <p:cNvSpPr/>
              <p:nvPr/>
            </p:nvSpPr>
            <p:spPr>
              <a:xfrm flipH="false" flipV="false" rot="0">
                <a:off x="9202763" y="2942746"/>
                <a:ext cx="155571" cy="79575"/>
              </a:xfrm>
              <a:custGeom>
                <a:rect l="l" t="t" r="r" b="b"/>
                <a:pathLst>
                  <a:path w="126825" h="65015">
                    <a:moveTo>
                      <a:pt x="59084" y="64495"/>
                    </a:moveTo>
                    <a:cubicBezTo>
                      <a:pt x="42788" y="64170"/>
                      <a:pt x="26739" y="60521"/>
                      <a:pt x="11895" y="53796"/>
                    </a:cubicBezTo>
                    <a:cubicBezTo>
                      <a:pt x="2037" y="50052"/>
                      <a:pt x="-2931" y="39028"/>
                      <a:pt x="795" y="29170"/>
                    </a:cubicBezTo>
                    <a:cubicBezTo>
                      <a:pt x="4539" y="19292"/>
                      <a:pt x="15562" y="14325"/>
                      <a:pt x="25440" y="18069"/>
                    </a:cubicBezTo>
                    <a:cubicBezTo>
                      <a:pt x="25899" y="18241"/>
                      <a:pt x="26357" y="18432"/>
                      <a:pt x="26796" y="18642"/>
                    </a:cubicBezTo>
                    <a:cubicBezTo>
                      <a:pt x="75325" y="39276"/>
                      <a:pt x="89271" y="11956"/>
                      <a:pt x="89844" y="10809"/>
                    </a:cubicBezTo>
                    <a:cubicBezTo>
                      <a:pt x="94162" y="1180"/>
                      <a:pt x="105473" y="-3118"/>
                      <a:pt x="115101" y="1218"/>
                    </a:cubicBezTo>
                    <a:cubicBezTo>
                      <a:pt x="124731" y="5536"/>
                      <a:pt x="129029" y="16846"/>
                      <a:pt x="124692" y="26476"/>
                    </a:cubicBezTo>
                    <a:cubicBezTo>
                      <a:pt x="124558" y="26800"/>
                      <a:pt x="124405" y="27106"/>
                      <a:pt x="124234" y="27431"/>
                    </a:cubicBezTo>
                    <a:cubicBezTo>
                      <a:pt x="111300" y="51121"/>
                      <a:pt x="86061" y="65489"/>
                      <a:pt x="59084" y="6449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6" id="16"/>
              <p:cNvSpPr/>
              <p:nvPr/>
            </p:nvSpPr>
            <p:spPr>
              <a:xfrm flipH="false" flipV="false" rot="0">
                <a:off x="10090477" y="2532234"/>
                <a:ext cx="177240" cy="264146"/>
              </a:xfrm>
              <a:custGeom>
                <a:rect l="l" t="t" r="r" b="b"/>
                <a:pathLst>
                  <a:path w="144490" h="215814">
                    <a:moveTo>
                      <a:pt x="25101" y="215337"/>
                    </a:moveTo>
                    <a:cubicBezTo>
                      <a:pt x="15986" y="215565"/>
                      <a:pt x="8001" y="209318"/>
                      <a:pt x="5995" y="200434"/>
                    </a:cubicBezTo>
                    <a:cubicBezTo>
                      <a:pt x="-7035" y="154161"/>
                      <a:pt x="-100" y="104564"/>
                      <a:pt x="25101" y="63640"/>
                    </a:cubicBezTo>
                    <a:cubicBezTo>
                      <a:pt x="48122" y="31027"/>
                      <a:pt x="82549" y="8254"/>
                      <a:pt x="121582" y="-172"/>
                    </a:cubicBezTo>
                    <a:cubicBezTo>
                      <a:pt x="131975" y="-2024"/>
                      <a:pt x="141891" y="4892"/>
                      <a:pt x="143744" y="15284"/>
                    </a:cubicBezTo>
                    <a:cubicBezTo>
                      <a:pt x="143744" y="15284"/>
                      <a:pt x="143744" y="15304"/>
                      <a:pt x="143744" y="15304"/>
                    </a:cubicBezTo>
                    <a:cubicBezTo>
                      <a:pt x="145597" y="25640"/>
                      <a:pt x="138776" y="35536"/>
                      <a:pt x="128460" y="37466"/>
                    </a:cubicBezTo>
                    <a:cubicBezTo>
                      <a:pt x="99496" y="44095"/>
                      <a:pt x="73952" y="61080"/>
                      <a:pt x="56624" y="85229"/>
                    </a:cubicBezTo>
                    <a:cubicBezTo>
                      <a:pt x="37919" y="117651"/>
                      <a:pt x="33353" y="156339"/>
                      <a:pt x="44015" y="192219"/>
                    </a:cubicBezTo>
                    <a:cubicBezTo>
                      <a:pt x="46269" y="202497"/>
                      <a:pt x="39773" y="212680"/>
                      <a:pt x="29494" y="214954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7" id="17"/>
              <p:cNvSpPr/>
              <p:nvPr/>
            </p:nvSpPr>
            <p:spPr>
              <a:xfrm flipH="false" flipV="false" rot="0">
                <a:off x="8983540" y="2753346"/>
                <a:ext cx="64915" cy="99849"/>
              </a:xfrm>
              <a:custGeom>
                <a:rect l="l" t="t" r="r" b="b"/>
                <a:pathLst>
                  <a:path w="52920" h="81579">
                    <a:moveTo>
                      <a:pt x="52478" y="40223"/>
                    </a:moveTo>
                    <a:cubicBezTo>
                      <a:pt x="52478" y="62767"/>
                      <a:pt x="40633" y="81108"/>
                      <a:pt x="26112" y="81108"/>
                    </a:cubicBezTo>
                    <a:cubicBezTo>
                      <a:pt x="11593" y="81108"/>
                      <a:pt x="-443" y="62003"/>
                      <a:pt x="-443" y="40223"/>
                    </a:cubicBezTo>
                    <a:cubicBezTo>
                      <a:pt x="-443" y="18442"/>
                      <a:pt x="11402" y="-472"/>
                      <a:pt x="26112" y="-472"/>
                    </a:cubicBezTo>
                    <a:cubicBezTo>
                      <a:pt x="40824" y="-472"/>
                      <a:pt x="52478" y="17679"/>
                      <a:pt x="52478" y="40223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8" id="18"/>
              <p:cNvSpPr/>
              <p:nvPr/>
            </p:nvSpPr>
            <p:spPr>
              <a:xfrm flipH="false" flipV="false" rot="0">
                <a:off x="9359682" y="2700732"/>
                <a:ext cx="64917" cy="100083"/>
              </a:xfrm>
              <a:custGeom>
                <a:rect l="l" t="t" r="r" b="b"/>
                <a:pathLst>
                  <a:path w="52922" h="81770">
                    <a:moveTo>
                      <a:pt x="52479" y="40414"/>
                    </a:moveTo>
                    <a:cubicBezTo>
                      <a:pt x="52479" y="62958"/>
                      <a:pt x="40634" y="81298"/>
                      <a:pt x="25922" y="81298"/>
                    </a:cubicBezTo>
                    <a:cubicBezTo>
                      <a:pt x="11211" y="81298"/>
                      <a:pt x="-443" y="62193"/>
                      <a:pt x="-443" y="40414"/>
                    </a:cubicBezTo>
                    <a:cubicBezTo>
                      <a:pt x="-443" y="18634"/>
                      <a:pt x="11402" y="-472"/>
                      <a:pt x="25922" y="-472"/>
                    </a:cubicBezTo>
                    <a:cubicBezTo>
                      <a:pt x="40443" y="-472"/>
                      <a:pt x="52479" y="17870"/>
                      <a:pt x="52479" y="40414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19" id="19"/>
              <p:cNvSpPr/>
              <p:nvPr/>
            </p:nvSpPr>
            <p:spPr>
              <a:xfrm flipH="false" flipV="false" rot="0">
                <a:off x="5368357" y="5336109"/>
                <a:ext cx="734941" cy="741740"/>
              </a:xfrm>
              <a:custGeom>
                <a:rect l="l" t="t" r="r" b="b"/>
                <a:pathLst>
                  <a:path w="599141" h="606019">
                    <a:moveTo>
                      <a:pt x="88649" y="435409"/>
                    </a:moveTo>
                    <a:lnTo>
                      <a:pt x="429678" y="90559"/>
                    </a:lnTo>
                    <a:lnTo>
                      <a:pt x="599142" y="0"/>
                    </a:lnTo>
                    <a:lnTo>
                      <a:pt x="510493" y="170610"/>
                    </a:lnTo>
                    <a:lnTo>
                      <a:pt x="169464" y="515270"/>
                    </a:lnTo>
                    <a:lnTo>
                      <a:pt x="0" y="606020"/>
                    </a:lnTo>
                    <a:lnTo>
                      <a:pt x="88649" y="435409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0" id="20"/>
              <p:cNvSpPr/>
              <p:nvPr/>
            </p:nvSpPr>
            <p:spPr>
              <a:xfrm flipH="false" flipV="false" rot="0">
                <a:off x="5312579" y="5279752"/>
                <a:ext cx="846495" cy="853984"/>
              </a:xfrm>
              <a:custGeom>
                <a:rect l="l" t="t" r="r" b="b"/>
                <a:pathLst>
                  <a:path w="690082" h="697725">
                    <a:moveTo>
                      <a:pt x="598698" y="91616"/>
                    </a:moveTo>
                    <a:lnTo>
                      <a:pt x="539854" y="204719"/>
                    </a:lnTo>
                    <a:lnTo>
                      <a:pt x="203028" y="545366"/>
                    </a:lnTo>
                    <a:lnTo>
                      <a:pt x="90498" y="605549"/>
                    </a:lnTo>
                    <a:lnTo>
                      <a:pt x="149342" y="492446"/>
                    </a:lnTo>
                    <a:lnTo>
                      <a:pt x="486169" y="151607"/>
                    </a:lnTo>
                    <a:lnTo>
                      <a:pt x="598698" y="91616"/>
                    </a:lnTo>
                    <a:close/>
                    <a:moveTo>
                      <a:pt x="689640" y="-280"/>
                    </a:moveTo>
                    <a:lnTo>
                      <a:pt x="463051" y="120656"/>
                    </a:lnTo>
                    <a:lnTo>
                      <a:pt x="118010" y="469519"/>
                    </a:lnTo>
                    <a:lnTo>
                      <a:pt x="-443" y="697254"/>
                    </a:lnTo>
                    <a:lnTo>
                      <a:pt x="226145" y="576126"/>
                    </a:lnTo>
                    <a:lnTo>
                      <a:pt x="570996" y="227264"/>
                    </a:lnTo>
                    <a:lnTo>
                      <a:pt x="689640" y="-472"/>
                    </a:ln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1" id="21"/>
              <p:cNvSpPr/>
              <p:nvPr/>
            </p:nvSpPr>
            <p:spPr>
              <a:xfrm flipH="false" flipV="false" rot="2640000">
                <a:off x="6235999" y="4002624"/>
                <a:ext cx="186697" cy="2176213"/>
              </a:xfrm>
              <a:custGeom>
                <a:rect l="l" t="t" r="r" b="b"/>
                <a:pathLst>
                  <a:path w="152200" h="1778018">
                    <a:moveTo>
                      <a:pt x="-442" y="-474"/>
                    </a:moveTo>
                    <a:lnTo>
                      <a:pt x="151758" y="-474"/>
                    </a:lnTo>
                    <a:lnTo>
                      <a:pt x="151758" y="1777545"/>
                    </a:lnTo>
                    <a:lnTo>
                      <a:pt x="-442" y="1777545"/>
                    </a:ln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2" id="22"/>
              <p:cNvSpPr/>
              <p:nvPr/>
            </p:nvSpPr>
            <p:spPr>
              <a:xfrm flipH="false" flipV="false" rot="0">
                <a:off x="5737058" y="5334705"/>
                <a:ext cx="1345382" cy="679087"/>
              </a:xfrm>
              <a:custGeom>
                <a:rect l="l" t="t" r="r" b="b"/>
                <a:pathLst>
                  <a:path w="1096786" h="554830">
                    <a:moveTo>
                      <a:pt x="675263" y="-472"/>
                    </a:moveTo>
                    <a:lnTo>
                      <a:pt x="137067" y="-472"/>
                    </a:lnTo>
                    <a:cubicBezTo>
                      <a:pt x="99735" y="-492"/>
                      <a:pt x="64008" y="14678"/>
                      <a:pt x="38102" y="41560"/>
                    </a:cubicBezTo>
                    <a:lnTo>
                      <a:pt x="38102" y="41560"/>
                    </a:lnTo>
                    <a:cubicBezTo>
                      <a:pt x="-9069" y="90431"/>
                      <a:pt x="-13463" y="166431"/>
                      <a:pt x="27785" y="220385"/>
                    </a:cubicBezTo>
                    <a:lnTo>
                      <a:pt x="37529" y="233186"/>
                    </a:lnTo>
                    <a:cubicBezTo>
                      <a:pt x="63531" y="267269"/>
                      <a:pt x="103938" y="287272"/>
                      <a:pt x="146811" y="287254"/>
                    </a:cubicBezTo>
                    <a:lnTo>
                      <a:pt x="433390" y="287254"/>
                    </a:lnTo>
                    <a:cubicBezTo>
                      <a:pt x="560574" y="287234"/>
                      <a:pt x="681816" y="341035"/>
                      <a:pt x="767159" y="435320"/>
                    </a:cubicBezTo>
                    <a:lnTo>
                      <a:pt x="767159" y="435320"/>
                    </a:lnTo>
                    <a:cubicBezTo>
                      <a:pt x="836684" y="511912"/>
                      <a:pt x="935592" y="555225"/>
                      <a:pt x="1039028" y="554345"/>
                    </a:cubicBezTo>
                    <a:lnTo>
                      <a:pt x="1096344" y="554345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3" id="23"/>
              <p:cNvSpPr/>
              <p:nvPr/>
            </p:nvSpPr>
            <p:spPr>
              <a:xfrm flipH="false" flipV="false" rot="0">
                <a:off x="5713368" y="5311321"/>
                <a:ext cx="1392975" cy="726541"/>
              </a:xfrm>
              <a:custGeom>
                <a:rect l="l" t="t" r="r" b="b"/>
                <a:pathLst>
                  <a:path w="1135585" h="593601">
                    <a:moveTo>
                      <a:pt x="1054710" y="592556"/>
                    </a:moveTo>
                    <a:cubicBezTo>
                      <a:pt x="947070" y="592442"/>
                      <a:pt x="844475" y="546932"/>
                      <a:pt x="772142" y="467225"/>
                    </a:cubicBezTo>
                    <a:cubicBezTo>
                      <a:pt x="690353" y="377010"/>
                      <a:pt x="574288" y="325540"/>
                      <a:pt x="452511" y="325464"/>
                    </a:cubicBezTo>
                    <a:lnTo>
                      <a:pt x="165932" y="325464"/>
                    </a:lnTo>
                    <a:cubicBezTo>
                      <a:pt x="117099" y="325312"/>
                      <a:pt x="71094" y="302519"/>
                      <a:pt x="41366" y="263754"/>
                    </a:cubicBezTo>
                    <a:lnTo>
                      <a:pt x="31622" y="251145"/>
                    </a:lnTo>
                    <a:cubicBezTo>
                      <a:pt x="-20822" y="182328"/>
                      <a:pt x="-7544" y="84030"/>
                      <a:pt x="61273" y="31587"/>
                    </a:cubicBezTo>
                    <a:cubicBezTo>
                      <a:pt x="88556" y="10800"/>
                      <a:pt x="121895" y="-453"/>
                      <a:pt x="156188" y="-472"/>
                    </a:cubicBezTo>
                    <a:lnTo>
                      <a:pt x="694384" y="-472"/>
                    </a:lnTo>
                    <a:cubicBezTo>
                      <a:pt x="704930" y="-472"/>
                      <a:pt x="713490" y="8087"/>
                      <a:pt x="713490" y="18634"/>
                    </a:cubicBezTo>
                    <a:cubicBezTo>
                      <a:pt x="713490" y="29180"/>
                      <a:pt x="704930" y="37739"/>
                      <a:pt x="694384" y="37739"/>
                    </a:cubicBezTo>
                    <a:lnTo>
                      <a:pt x="156379" y="37739"/>
                    </a:lnTo>
                    <a:cubicBezTo>
                      <a:pt x="124263" y="37815"/>
                      <a:pt x="93561" y="50826"/>
                      <a:pt x="71170" y="73847"/>
                    </a:cubicBezTo>
                    <a:cubicBezTo>
                      <a:pt x="30323" y="115879"/>
                      <a:pt x="26502" y="181525"/>
                      <a:pt x="62191" y="228027"/>
                    </a:cubicBezTo>
                    <a:lnTo>
                      <a:pt x="71934" y="240637"/>
                    </a:lnTo>
                    <a:cubicBezTo>
                      <a:pt x="94421" y="269924"/>
                      <a:pt x="129193" y="287138"/>
                      <a:pt x="166123" y="287254"/>
                    </a:cubicBezTo>
                    <a:lnTo>
                      <a:pt x="452703" y="287254"/>
                    </a:lnTo>
                    <a:cubicBezTo>
                      <a:pt x="585542" y="287330"/>
                      <a:pt x="712133" y="343633"/>
                      <a:pt x="801183" y="442197"/>
                    </a:cubicBezTo>
                    <a:cubicBezTo>
                      <a:pt x="867115" y="514644"/>
                      <a:pt x="960770" y="555626"/>
                      <a:pt x="1058722" y="554919"/>
                    </a:cubicBezTo>
                    <a:lnTo>
                      <a:pt x="1116037" y="554919"/>
                    </a:lnTo>
                    <a:lnTo>
                      <a:pt x="1116037" y="554919"/>
                    </a:lnTo>
                    <a:cubicBezTo>
                      <a:pt x="1126584" y="554919"/>
                      <a:pt x="1135143" y="563478"/>
                      <a:pt x="1135143" y="574024"/>
                    </a:cubicBezTo>
                    <a:cubicBezTo>
                      <a:pt x="1135143" y="584570"/>
                      <a:pt x="1126584" y="593130"/>
                      <a:pt x="1116037" y="593130"/>
                    </a:cubicBezTo>
                    <a:lnTo>
                      <a:pt x="1058722" y="593130"/>
                    </a:ln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4" id="24"/>
              <p:cNvSpPr/>
              <p:nvPr/>
            </p:nvSpPr>
            <p:spPr>
              <a:xfrm flipH="false" flipV="false" rot="0">
                <a:off x="6046818" y="5677046"/>
                <a:ext cx="90162" cy="409922"/>
              </a:xfrm>
              <a:custGeom>
                <a:rect l="l" t="t" r="r" b="b"/>
                <a:pathLst>
                  <a:path w="73502" h="334916">
                    <a:moveTo>
                      <a:pt x="33564" y="334444"/>
                    </a:moveTo>
                    <a:lnTo>
                      <a:pt x="-443" y="316677"/>
                    </a:lnTo>
                    <a:cubicBezTo>
                      <a:pt x="34309" y="249847"/>
                      <a:pt x="43748" y="172699"/>
                      <a:pt x="26114" y="99450"/>
                    </a:cubicBezTo>
                    <a:lnTo>
                      <a:pt x="4333" y="8508"/>
                    </a:lnTo>
                    <a:lnTo>
                      <a:pt x="41398" y="-472"/>
                    </a:lnTo>
                    <a:lnTo>
                      <a:pt x="63369" y="90661"/>
                    </a:lnTo>
                    <a:cubicBezTo>
                      <a:pt x="83085" y="172852"/>
                      <a:pt x="72501" y="259418"/>
                      <a:pt x="33564" y="334444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5" id="25"/>
              <p:cNvSpPr/>
              <p:nvPr/>
            </p:nvSpPr>
            <p:spPr>
              <a:xfrm flipH="false" flipV="false" rot="0">
                <a:off x="6099782" y="5824600"/>
                <a:ext cx="146237" cy="260262"/>
              </a:xfrm>
              <a:custGeom>
                <a:rect l="l" t="t" r="r" b="b"/>
                <a:pathLst>
                  <a:path w="119216" h="212640">
                    <a:moveTo>
                      <a:pt x="81328" y="212169"/>
                    </a:moveTo>
                    <a:cubicBezTo>
                      <a:pt x="74450" y="131545"/>
                      <a:pt x="64515" y="71363"/>
                      <a:pt x="-443" y="32389"/>
                    </a:cubicBezTo>
                    <a:lnTo>
                      <a:pt x="18662" y="-472"/>
                    </a:lnTo>
                    <a:cubicBezTo>
                      <a:pt x="98905" y="47864"/>
                      <a:pt x="111514" y="122948"/>
                      <a:pt x="118774" y="209686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6" id="26"/>
              <p:cNvSpPr/>
              <p:nvPr/>
            </p:nvSpPr>
            <p:spPr>
              <a:xfrm flipH="false" flipV="false" rot="0">
                <a:off x="6175245" y="5859867"/>
                <a:ext cx="141785" cy="58501"/>
              </a:xfrm>
              <a:custGeom>
                <a:rect l="l" t="t" r="r" b="b"/>
                <a:pathLst>
                  <a:path w="115586" h="47797">
                    <a:moveTo>
                      <a:pt x="93555" y="47326"/>
                    </a:moveTo>
                    <a:cubicBezTo>
                      <a:pt x="71584" y="32233"/>
                      <a:pt x="23439" y="38920"/>
                      <a:pt x="8155" y="42550"/>
                    </a:cubicBezTo>
                    <a:lnTo>
                      <a:pt x="-443" y="5296"/>
                    </a:lnTo>
                    <a:cubicBezTo>
                      <a:pt x="7199" y="3384"/>
                      <a:pt x="75978" y="-11517"/>
                      <a:pt x="115144" y="15803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7" id="27"/>
              <p:cNvSpPr/>
              <p:nvPr/>
            </p:nvSpPr>
            <p:spPr>
              <a:xfrm flipH="false" flipV="false" rot="0">
                <a:off x="8517404" y="3300998"/>
                <a:ext cx="3598570" cy="3158281"/>
              </a:xfrm>
              <a:custGeom>
                <a:rect l="l" t="t" r="r" b="b"/>
                <a:pathLst>
                  <a:path w="2933637" h="2580391">
                    <a:moveTo>
                      <a:pt x="2884646" y="1844908"/>
                    </a:moveTo>
                    <a:cubicBezTo>
                      <a:pt x="2492223" y="984215"/>
                      <a:pt x="2037136" y="-472"/>
                      <a:pt x="2037136" y="-472"/>
                    </a:cubicBezTo>
                    <a:cubicBezTo>
                      <a:pt x="2015928" y="-472"/>
                      <a:pt x="1994530" y="2012"/>
                      <a:pt x="1973324" y="4113"/>
                    </a:cubicBezTo>
                    <a:cubicBezTo>
                      <a:pt x="1879536" y="13552"/>
                      <a:pt x="1787277" y="34473"/>
                      <a:pt x="1698590" y="66397"/>
                    </a:cubicBezTo>
                    <a:cubicBezTo>
                      <a:pt x="1635542" y="559313"/>
                      <a:pt x="1399210" y="926135"/>
                      <a:pt x="1117216" y="926135"/>
                    </a:cubicBezTo>
                    <a:cubicBezTo>
                      <a:pt x="948899" y="926135"/>
                      <a:pt x="796820" y="795646"/>
                      <a:pt x="688111" y="585678"/>
                    </a:cubicBezTo>
                    <a:lnTo>
                      <a:pt x="669006" y="594658"/>
                    </a:lnTo>
                    <a:lnTo>
                      <a:pt x="565455" y="651974"/>
                    </a:lnTo>
                    <a:cubicBezTo>
                      <a:pt x="546350" y="662673"/>
                      <a:pt x="527245" y="674327"/>
                      <a:pt x="509286" y="686746"/>
                    </a:cubicBezTo>
                    <a:cubicBezTo>
                      <a:pt x="513298" y="691904"/>
                      <a:pt x="120685" y="1678310"/>
                      <a:pt x="120685" y="1678310"/>
                    </a:cubicBezTo>
                    <a:lnTo>
                      <a:pt x="-443" y="1683851"/>
                    </a:lnTo>
                    <a:lnTo>
                      <a:pt x="-443" y="2228924"/>
                    </a:lnTo>
                    <a:lnTo>
                      <a:pt x="412422" y="2267135"/>
                    </a:lnTo>
                    <a:lnTo>
                      <a:pt x="941638" y="1477323"/>
                    </a:lnTo>
                    <a:lnTo>
                      <a:pt x="1106135" y="2029847"/>
                    </a:lnTo>
                    <a:lnTo>
                      <a:pt x="2197047" y="2530787"/>
                    </a:lnTo>
                    <a:cubicBezTo>
                      <a:pt x="2633220" y="2731203"/>
                      <a:pt x="3083914" y="2281846"/>
                      <a:pt x="2884646" y="1844908"/>
                    </a:cubicBezTo>
                    <a:close/>
                  </a:path>
                </a:pathLst>
              </a:cu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8" id="28"/>
              <p:cNvSpPr/>
              <p:nvPr/>
            </p:nvSpPr>
            <p:spPr>
              <a:xfrm flipH="false" flipV="false" rot="0">
                <a:off x="5427825" y="2046350"/>
                <a:ext cx="6706436" cy="4438380"/>
              </a:xfrm>
              <a:custGeom>
                <a:rect l="l" t="t" r="r" b="b"/>
                <a:pathLst>
                  <a:path w="5467241" h="3626263">
                    <a:moveTo>
                      <a:pt x="4936218" y="3624454"/>
                    </a:moveTo>
                    <a:cubicBezTo>
                      <a:pt x="4856989" y="3624187"/>
                      <a:pt x="4778771" y="3606725"/>
                      <a:pt x="4706955" y="3573252"/>
                    </a:cubicBezTo>
                    <a:lnTo>
                      <a:pt x="3616616" y="3071548"/>
                    </a:lnTo>
                    <a:cubicBezTo>
                      <a:pt x="3611591" y="3069217"/>
                      <a:pt x="3607827" y="3064823"/>
                      <a:pt x="3606299" y="3059511"/>
                    </a:cubicBezTo>
                    <a:lnTo>
                      <a:pt x="3453457" y="2545961"/>
                    </a:lnTo>
                    <a:lnTo>
                      <a:pt x="2947931" y="3301766"/>
                    </a:lnTo>
                    <a:cubicBezTo>
                      <a:pt x="2944053" y="3307574"/>
                      <a:pt x="2937309" y="3310783"/>
                      <a:pt x="2930354" y="3310172"/>
                    </a:cubicBezTo>
                    <a:lnTo>
                      <a:pt x="1618968" y="3188472"/>
                    </a:lnTo>
                    <a:lnTo>
                      <a:pt x="1599862" y="3212353"/>
                    </a:lnTo>
                    <a:cubicBezTo>
                      <a:pt x="1457528" y="3384301"/>
                      <a:pt x="1205338" y="3423849"/>
                      <a:pt x="1025749" y="3302148"/>
                    </a:cubicBezTo>
                    <a:lnTo>
                      <a:pt x="1006644" y="3288011"/>
                    </a:lnTo>
                    <a:lnTo>
                      <a:pt x="774514" y="3169366"/>
                    </a:lnTo>
                    <a:cubicBezTo>
                      <a:pt x="787639" y="3193592"/>
                      <a:pt x="790658" y="3222020"/>
                      <a:pt x="782920" y="3248463"/>
                    </a:cubicBezTo>
                    <a:cubicBezTo>
                      <a:pt x="776501" y="3277044"/>
                      <a:pt x="755867" y="3300333"/>
                      <a:pt x="728279" y="3310172"/>
                    </a:cubicBezTo>
                    <a:cubicBezTo>
                      <a:pt x="708200" y="3316019"/>
                      <a:pt x="687241" y="3318292"/>
                      <a:pt x="666378" y="3316860"/>
                    </a:cubicBezTo>
                    <a:lnTo>
                      <a:pt x="655297" y="3316860"/>
                    </a:lnTo>
                    <a:lnTo>
                      <a:pt x="636192" y="3330233"/>
                    </a:lnTo>
                    <a:cubicBezTo>
                      <a:pt x="598669" y="3357190"/>
                      <a:pt x="546779" y="3351058"/>
                      <a:pt x="516593" y="3316095"/>
                    </a:cubicBezTo>
                    <a:cubicBezTo>
                      <a:pt x="495863" y="3325419"/>
                      <a:pt x="472498" y="3327042"/>
                      <a:pt x="450680" y="3320680"/>
                    </a:cubicBezTo>
                    <a:cubicBezTo>
                      <a:pt x="425652" y="3313306"/>
                      <a:pt x="404865" y="3295768"/>
                      <a:pt x="393364" y="3272344"/>
                    </a:cubicBezTo>
                    <a:lnTo>
                      <a:pt x="269179" y="3019582"/>
                    </a:lnTo>
                    <a:cubicBezTo>
                      <a:pt x="218398" y="3067593"/>
                      <a:pt x="150459" y="3093212"/>
                      <a:pt x="80610" y="3090653"/>
                    </a:cubicBezTo>
                    <a:lnTo>
                      <a:pt x="72395" y="3090653"/>
                    </a:lnTo>
                    <a:cubicBezTo>
                      <a:pt x="30745" y="3089201"/>
                      <a:pt x="-1848" y="3054257"/>
                      <a:pt x="-396" y="3012607"/>
                    </a:cubicBezTo>
                    <a:cubicBezTo>
                      <a:pt x="-205" y="3006705"/>
                      <a:pt x="712" y="3000839"/>
                      <a:pt x="2279" y="2995126"/>
                    </a:cubicBezTo>
                    <a:lnTo>
                      <a:pt x="116910" y="2588184"/>
                    </a:lnTo>
                    <a:cubicBezTo>
                      <a:pt x="118439" y="2582643"/>
                      <a:pt x="122355" y="2578096"/>
                      <a:pt x="127609" y="2575765"/>
                    </a:cubicBezTo>
                    <a:lnTo>
                      <a:pt x="655680" y="2345547"/>
                    </a:lnTo>
                    <a:cubicBezTo>
                      <a:pt x="731184" y="2312322"/>
                      <a:pt x="818380" y="2319507"/>
                      <a:pt x="887426" y="2364652"/>
                    </a:cubicBezTo>
                    <a:lnTo>
                      <a:pt x="1459248" y="2738734"/>
                    </a:lnTo>
                    <a:lnTo>
                      <a:pt x="2627154" y="2684283"/>
                    </a:lnTo>
                    <a:cubicBezTo>
                      <a:pt x="2777703" y="2306190"/>
                      <a:pt x="2999133" y="1746023"/>
                      <a:pt x="3009259" y="1708576"/>
                    </a:cubicBezTo>
                    <a:lnTo>
                      <a:pt x="3009259" y="1708576"/>
                    </a:lnTo>
                    <a:cubicBezTo>
                      <a:pt x="3010062" y="1703380"/>
                      <a:pt x="3012965" y="1698756"/>
                      <a:pt x="3017283" y="1695776"/>
                    </a:cubicBezTo>
                    <a:cubicBezTo>
                      <a:pt x="3036389" y="1682784"/>
                      <a:pt x="3055494" y="1670748"/>
                      <a:pt x="3074599" y="1660240"/>
                    </a:cubicBezTo>
                    <a:lnTo>
                      <a:pt x="3177958" y="1602924"/>
                    </a:lnTo>
                    <a:lnTo>
                      <a:pt x="3400535" y="1495362"/>
                    </a:lnTo>
                    <a:lnTo>
                      <a:pt x="3314561" y="1146116"/>
                    </a:lnTo>
                    <a:cubicBezTo>
                      <a:pt x="3294348" y="1147836"/>
                      <a:pt x="3274020" y="1147836"/>
                      <a:pt x="3253807" y="1146116"/>
                    </a:cubicBezTo>
                    <a:cubicBezTo>
                      <a:pt x="3132489" y="1137138"/>
                      <a:pt x="3023015" y="1068549"/>
                      <a:pt x="2945830" y="952962"/>
                    </a:cubicBezTo>
                    <a:cubicBezTo>
                      <a:pt x="2789472" y="699436"/>
                      <a:pt x="2813430" y="374206"/>
                      <a:pt x="3005247" y="146338"/>
                    </a:cubicBezTo>
                    <a:cubicBezTo>
                      <a:pt x="3098672" y="43360"/>
                      <a:pt x="3217125" y="-8606"/>
                      <a:pt x="3338443" y="564"/>
                    </a:cubicBezTo>
                    <a:cubicBezTo>
                      <a:pt x="3533126" y="14893"/>
                      <a:pt x="3692655" y="187031"/>
                      <a:pt x="3736979" y="420881"/>
                    </a:cubicBezTo>
                    <a:cubicBezTo>
                      <a:pt x="3763574" y="369200"/>
                      <a:pt x="3813286" y="333340"/>
                      <a:pt x="3870716" y="324399"/>
                    </a:cubicBezTo>
                    <a:cubicBezTo>
                      <a:pt x="3977706" y="311789"/>
                      <a:pt x="4082594" y="416677"/>
                      <a:pt x="4104564" y="558248"/>
                    </a:cubicBezTo>
                    <a:cubicBezTo>
                      <a:pt x="4119333" y="639999"/>
                      <a:pt x="4101337" y="724253"/>
                      <a:pt x="4054509" y="792860"/>
                    </a:cubicBezTo>
                    <a:cubicBezTo>
                      <a:pt x="4026997" y="831758"/>
                      <a:pt x="3984737" y="857646"/>
                      <a:pt x="3937584" y="864505"/>
                    </a:cubicBezTo>
                    <a:cubicBezTo>
                      <a:pt x="3923829" y="866320"/>
                      <a:pt x="3909883" y="866320"/>
                      <a:pt x="3896126" y="864505"/>
                    </a:cubicBezTo>
                    <a:lnTo>
                      <a:pt x="3975986" y="1189295"/>
                    </a:lnTo>
                    <a:cubicBezTo>
                      <a:pt x="4130548" y="1090979"/>
                      <a:pt x="4305954" y="1030129"/>
                      <a:pt x="4488199" y="1011616"/>
                    </a:cubicBezTo>
                    <a:cubicBezTo>
                      <a:pt x="4534205" y="1007088"/>
                      <a:pt x="4578032" y="1032250"/>
                      <a:pt x="4597290" y="1074282"/>
                    </a:cubicBezTo>
                    <a:cubicBezTo>
                      <a:pt x="4705045" y="1307556"/>
                      <a:pt x="5082564" y="2126027"/>
                      <a:pt x="5418818" y="2863491"/>
                    </a:cubicBezTo>
                    <a:cubicBezTo>
                      <a:pt x="5541569" y="3135360"/>
                      <a:pt x="5420671" y="3455258"/>
                      <a:pt x="5148803" y="3578009"/>
                    </a:cubicBezTo>
                    <a:cubicBezTo>
                      <a:pt x="5081342" y="3608464"/>
                      <a:pt x="5008321" y="3624722"/>
                      <a:pt x="4934308" y="3625792"/>
                    </a:cubicBezTo>
                    <a:close/>
                    <a:moveTo>
                      <a:pt x="3640497" y="3041170"/>
                    </a:moveTo>
                    <a:lnTo>
                      <a:pt x="4723576" y="3537907"/>
                    </a:lnTo>
                    <a:cubicBezTo>
                      <a:pt x="4974027" y="3652960"/>
                      <a:pt x="5270312" y="3543180"/>
                      <a:pt x="5385364" y="3292730"/>
                    </a:cubicBezTo>
                    <a:cubicBezTo>
                      <a:pt x="5445890" y="3160960"/>
                      <a:pt x="5446100" y="3009378"/>
                      <a:pt x="5385956" y="2877438"/>
                    </a:cubicBezTo>
                    <a:cubicBezTo>
                      <a:pt x="5049703" y="2140165"/>
                      <a:pt x="4672183" y="1321694"/>
                      <a:pt x="4564429" y="1088419"/>
                    </a:cubicBezTo>
                    <a:cubicBezTo>
                      <a:pt x="4552144" y="1061270"/>
                      <a:pt x="4523983" y="1044916"/>
                      <a:pt x="4494313" y="1047725"/>
                    </a:cubicBezTo>
                    <a:cubicBezTo>
                      <a:pt x="4308877" y="1066505"/>
                      <a:pt x="4130911" y="1130680"/>
                      <a:pt x="3976177" y="1234574"/>
                    </a:cubicBezTo>
                    <a:cubicBezTo>
                      <a:pt x="3967427" y="1240478"/>
                      <a:pt x="3955563" y="1238167"/>
                      <a:pt x="3949659" y="1229416"/>
                    </a:cubicBezTo>
                    <a:cubicBezTo>
                      <a:pt x="3948399" y="1227544"/>
                      <a:pt x="3947481" y="1225481"/>
                      <a:pt x="3946946" y="1223303"/>
                    </a:cubicBezTo>
                    <a:lnTo>
                      <a:pt x="3853139" y="842343"/>
                    </a:lnTo>
                    <a:cubicBezTo>
                      <a:pt x="3851305" y="835407"/>
                      <a:pt x="3853522" y="828033"/>
                      <a:pt x="3858871" y="823238"/>
                    </a:cubicBezTo>
                    <a:cubicBezTo>
                      <a:pt x="3864068" y="818576"/>
                      <a:pt x="3871385" y="817105"/>
                      <a:pt x="3877976" y="819417"/>
                    </a:cubicBezTo>
                    <a:cubicBezTo>
                      <a:pt x="3896298" y="826123"/>
                      <a:pt x="3915920" y="828415"/>
                      <a:pt x="3935292" y="826103"/>
                    </a:cubicBezTo>
                    <a:cubicBezTo>
                      <a:pt x="3972299" y="820429"/>
                      <a:pt x="4005294" y="799680"/>
                      <a:pt x="4026424" y="768787"/>
                    </a:cubicBezTo>
                    <a:cubicBezTo>
                      <a:pt x="4067080" y="708510"/>
                      <a:pt x="4082517" y="634726"/>
                      <a:pt x="4069411" y="563215"/>
                    </a:cubicBezTo>
                    <a:cubicBezTo>
                      <a:pt x="4050306" y="441705"/>
                      <a:pt x="3964332" y="351146"/>
                      <a:pt x="3878358" y="361272"/>
                    </a:cubicBezTo>
                    <a:cubicBezTo>
                      <a:pt x="3818750" y="368341"/>
                      <a:pt x="3769076" y="421071"/>
                      <a:pt x="3749015" y="498639"/>
                    </a:cubicBezTo>
                    <a:cubicBezTo>
                      <a:pt x="3746627" y="507676"/>
                      <a:pt x="3738068" y="513656"/>
                      <a:pt x="3728764" y="512777"/>
                    </a:cubicBezTo>
                    <a:cubicBezTo>
                      <a:pt x="3719517" y="511975"/>
                      <a:pt x="3712181" y="504638"/>
                      <a:pt x="3711379" y="495391"/>
                    </a:cubicBezTo>
                    <a:cubicBezTo>
                      <a:pt x="3690553" y="244730"/>
                      <a:pt x="3533700" y="52531"/>
                      <a:pt x="3338252" y="38011"/>
                    </a:cubicBezTo>
                    <a:cubicBezTo>
                      <a:pt x="3228779" y="29986"/>
                      <a:pt x="3121599" y="77367"/>
                      <a:pt x="3036197" y="171747"/>
                    </a:cubicBezTo>
                    <a:cubicBezTo>
                      <a:pt x="2855442" y="386319"/>
                      <a:pt x="2832344" y="692500"/>
                      <a:pt x="2978881" y="931756"/>
                    </a:cubicBezTo>
                    <a:cubicBezTo>
                      <a:pt x="3049380" y="1037408"/>
                      <a:pt x="3148536" y="1099882"/>
                      <a:pt x="3258009" y="1108097"/>
                    </a:cubicBezTo>
                    <a:cubicBezTo>
                      <a:pt x="3281223" y="1109664"/>
                      <a:pt x="3304531" y="1108785"/>
                      <a:pt x="3327553" y="1105423"/>
                    </a:cubicBezTo>
                    <a:cubicBezTo>
                      <a:pt x="3337374" y="1103970"/>
                      <a:pt x="3346678" y="1110275"/>
                      <a:pt x="3348951" y="1119942"/>
                    </a:cubicBezTo>
                    <a:lnTo>
                      <a:pt x="3442758" y="1500520"/>
                    </a:lnTo>
                    <a:cubicBezTo>
                      <a:pt x="3444917" y="1509308"/>
                      <a:pt x="3440599" y="1518402"/>
                      <a:pt x="3432441" y="1522300"/>
                    </a:cubicBezTo>
                    <a:lnTo>
                      <a:pt x="3196873" y="1636931"/>
                    </a:lnTo>
                    <a:lnTo>
                      <a:pt x="3094278" y="1694247"/>
                    </a:lnTo>
                    <a:cubicBezTo>
                      <a:pt x="3077465" y="1703610"/>
                      <a:pt x="3060653" y="1713352"/>
                      <a:pt x="3043840" y="1725199"/>
                    </a:cubicBezTo>
                    <a:cubicBezTo>
                      <a:pt x="3032759" y="1763409"/>
                      <a:pt x="2989580" y="1873646"/>
                      <a:pt x="2853933" y="2217160"/>
                    </a:cubicBezTo>
                    <a:cubicBezTo>
                      <a:pt x="2756306" y="2463235"/>
                      <a:pt x="2657913" y="2709885"/>
                      <a:pt x="2657913" y="2709885"/>
                    </a:cubicBezTo>
                    <a:cubicBezTo>
                      <a:pt x="2655142" y="2716839"/>
                      <a:pt x="2648570" y="2721558"/>
                      <a:pt x="2641100" y="2721921"/>
                    </a:cubicBezTo>
                    <a:lnTo>
                      <a:pt x="1454280" y="2777136"/>
                    </a:lnTo>
                    <a:cubicBezTo>
                      <a:pt x="1450287" y="2777326"/>
                      <a:pt x="1446352" y="2776256"/>
                      <a:pt x="1443008" y="2774078"/>
                    </a:cubicBezTo>
                    <a:lnTo>
                      <a:pt x="866028" y="2396558"/>
                    </a:lnTo>
                    <a:cubicBezTo>
                      <a:pt x="807777" y="2358385"/>
                      <a:pt x="734183" y="2352214"/>
                      <a:pt x="670390" y="2380127"/>
                    </a:cubicBezTo>
                    <a:lnTo>
                      <a:pt x="149580" y="2607098"/>
                    </a:lnTo>
                    <a:lnTo>
                      <a:pt x="38005" y="3005253"/>
                    </a:lnTo>
                    <a:cubicBezTo>
                      <a:pt x="32408" y="3024835"/>
                      <a:pt x="43737" y="3045239"/>
                      <a:pt x="63320" y="3050838"/>
                    </a:cubicBezTo>
                    <a:cubicBezTo>
                      <a:pt x="66262" y="3051697"/>
                      <a:pt x="69319" y="3052155"/>
                      <a:pt x="72395" y="3052251"/>
                    </a:cubicBezTo>
                    <a:lnTo>
                      <a:pt x="80610" y="3052251"/>
                    </a:lnTo>
                    <a:cubicBezTo>
                      <a:pt x="148797" y="3054639"/>
                      <a:pt x="214347" y="3025790"/>
                      <a:pt x="258672" y="2973920"/>
                    </a:cubicBezTo>
                    <a:cubicBezTo>
                      <a:pt x="262837" y="2969086"/>
                      <a:pt x="269141" y="2966640"/>
                      <a:pt x="275484" y="2967424"/>
                    </a:cubicBezTo>
                    <a:cubicBezTo>
                      <a:pt x="281846" y="2968246"/>
                      <a:pt x="287368" y="2972181"/>
                      <a:pt x="290195" y="2977931"/>
                    </a:cubicBezTo>
                    <a:lnTo>
                      <a:pt x="426416" y="3255340"/>
                    </a:lnTo>
                    <a:cubicBezTo>
                      <a:pt x="440114" y="3282585"/>
                      <a:pt x="473300" y="3293569"/>
                      <a:pt x="500544" y="3279871"/>
                    </a:cubicBezTo>
                    <a:cubicBezTo>
                      <a:pt x="501328" y="3279470"/>
                      <a:pt x="502092" y="3279069"/>
                      <a:pt x="502837" y="3278649"/>
                    </a:cubicBezTo>
                    <a:lnTo>
                      <a:pt x="510097" y="3274446"/>
                    </a:lnTo>
                    <a:cubicBezTo>
                      <a:pt x="514548" y="3271847"/>
                      <a:pt x="519841" y="3271159"/>
                      <a:pt x="524808" y="3272535"/>
                    </a:cubicBezTo>
                    <a:cubicBezTo>
                      <a:pt x="529794" y="3273949"/>
                      <a:pt x="534017" y="3277330"/>
                      <a:pt x="536462" y="3281897"/>
                    </a:cubicBezTo>
                    <a:cubicBezTo>
                      <a:pt x="550085" y="3306791"/>
                      <a:pt x="581322" y="3315942"/>
                      <a:pt x="606216" y="3302301"/>
                    </a:cubicBezTo>
                    <a:cubicBezTo>
                      <a:pt x="607993" y="3301346"/>
                      <a:pt x="609712" y="3300257"/>
                      <a:pt x="611355" y="3299091"/>
                    </a:cubicBezTo>
                    <a:lnTo>
                      <a:pt x="635428" y="3281706"/>
                    </a:lnTo>
                    <a:cubicBezTo>
                      <a:pt x="639000" y="3279203"/>
                      <a:pt x="643299" y="3277980"/>
                      <a:pt x="647655" y="3278267"/>
                    </a:cubicBezTo>
                    <a:lnTo>
                      <a:pt x="665423" y="3278267"/>
                    </a:lnTo>
                    <a:cubicBezTo>
                      <a:pt x="681834" y="3279394"/>
                      <a:pt x="698303" y="3277713"/>
                      <a:pt x="714142" y="3273299"/>
                    </a:cubicBezTo>
                    <a:cubicBezTo>
                      <a:pt x="729062" y="3267185"/>
                      <a:pt x="739895" y="3253964"/>
                      <a:pt x="742990" y="3238145"/>
                    </a:cubicBezTo>
                    <a:cubicBezTo>
                      <a:pt x="748760" y="3219365"/>
                      <a:pt x="745665" y="3198961"/>
                      <a:pt x="734584" y="3182740"/>
                    </a:cubicBezTo>
                    <a:lnTo>
                      <a:pt x="701914" y="3162298"/>
                    </a:lnTo>
                    <a:cubicBezTo>
                      <a:pt x="693030" y="3156605"/>
                      <a:pt x="690432" y="3144797"/>
                      <a:pt x="696125" y="3135914"/>
                    </a:cubicBezTo>
                    <a:cubicBezTo>
                      <a:pt x="697864" y="3133200"/>
                      <a:pt x="700233" y="3130985"/>
                      <a:pt x="703060" y="3129437"/>
                    </a:cubicBezTo>
                    <a:lnTo>
                      <a:pt x="730572" y="3114534"/>
                    </a:lnTo>
                    <a:cubicBezTo>
                      <a:pt x="736132" y="3111611"/>
                      <a:pt x="742780" y="3111611"/>
                      <a:pt x="748340" y="3114534"/>
                    </a:cubicBezTo>
                    <a:lnTo>
                      <a:pt x="1022501" y="3254576"/>
                    </a:lnTo>
                    <a:cubicBezTo>
                      <a:pt x="1023532" y="3255016"/>
                      <a:pt x="1024507" y="3255589"/>
                      <a:pt x="1025366" y="3256295"/>
                    </a:cubicBezTo>
                    <a:cubicBezTo>
                      <a:pt x="1031671" y="3261263"/>
                      <a:pt x="1038167" y="3265848"/>
                      <a:pt x="1044472" y="3270243"/>
                    </a:cubicBezTo>
                    <a:cubicBezTo>
                      <a:pt x="1208013" y="3381053"/>
                      <a:pt x="1437850" y="3344944"/>
                      <a:pt x="1567766" y="3187899"/>
                    </a:cubicBezTo>
                    <a:lnTo>
                      <a:pt x="1593940" y="3156184"/>
                    </a:lnTo>
                    <a:cubicBezTo>
                      <a:pt x="1597990" y="3151255"/>
                      <a:pt x="1604219" y="3148675"/>
                      <a:pt x="1610561" y="3149306"/>
                    </a:cubicBezTo>
                    <a:lnTo>
                      <a:pt x="2920611" y="3270816"/>
                    </a:lnTo>
                    <a:lnTo>
                      <a:pt x="3442376" y="2490746"/>
                    </a:lnTo>
                    <a:cubicBezTo>
                      <a:pt x="3446560" y="2484480"/>
                      <a:pt x="3454050" y="2481252"/>
                      <a:pt x="3461481" y="2482531"/>
                    </a:cubicBezTo>
                    <a:cubicBezTo>
                      <a:pt x="3468798" y="2483620"/>
                      <a:pt x="3474817" y="2488836"/>
                      <a:pt x="3476956" y="2495905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29" id="29"/>
              <p:cNvSpPr/>
              <p:nvPr/>
            </p:nvSpPr>
            <p:spPr>
              <a:xfrm flipH="false" flipV="false" rot="0">
                <a:off x="8165290" y="5569949"/>
                <a:ext cx="3426207" cy="759852"/>
              </a:xfrm>
              <a:custGeom>
                <a:rect l="l" t="t" r="r" b="b"/>
                <a:pathLst>
                  <a:path w="2793123" h="620817">
                    <a:moveTo>
                      <a:pt x="1551379" y="288209"/>
                    </a:moveTo>
                    <a:cubicBezTo>
                      <a:pt x="1428914" y="470855"/>
                      <a:pt x="1189525" y="534094"/>
                      <a:pt x="987773" y="447165"/>
                    </a:cubicBezTo>
                    <a:lnTo>
                      <a:pt x="733673" y="337882"/>
                    </a:lnTo>
                    <a:lnTo>
                      <a:pt x="642732" y="518427"/>
                    </a:lnTo>
                    <a:cubicBezTo>
                      <a:pt x="612297" y="582144"/>
                      <a:pt x="536678" y="610095"/>
                      <a:pt x="472122" y="581474"/>
                    </a:cubicBezTo>
                    <a:cubicBezTo>
                      <a:pt x="443216" y="568579"/>
                      <a:pt x="430243" y="534686"/>
                      <a:pt x="443139" y="505780"/>
                    </a:cubicBezTo>
                    <a:cubicBezTo>
                      <a:pt x="443234" y="505531"/>
                      <a:pt x="443348" y="505302"/>
                      <a:pt x="443464" y="505053"/>
                    </a:cubicBezTo>
                    <a:lnTo>
                      <a:pt x="552173" y="285153"/>
                    </a:lnTo>
                    <a:lnTo>
                      <a:pt x="550453" y="285153"/>
                    </a:lnTo>
                    <a:lnTo>
                      <a:pt x="394172" y="536578"/>
                    </a:lnTo>
                    <a:cubicBezTo>
                      <a:pt x="358235" y="597314"/>
                      <a:pt x="280477" y="618406"/>
                      <a:pt x="218786" y="584150"/>
                    </a:cubicBezTo>
                    <a:cubicBezTo>
                      <a:pt x="191178" y="568674"/>
                      <a:pt x="181359" y="533731"/>
                      <a:pt x="196834" y="506124"/>
                    </a:cubicBezTo>
                    <a:cubicBezTo>
                      <a:pt x="196891" y="506028"/>
                      <a:pt x="196948" y="505914"/>
                      <a:pt x="197005" y="505818"/>
                    </a:cubicBezTo>
                    <a:lnTo>
                      <a:pt x="238846" y="437421"/>
                    </a:lnTo>
                    <a:lnTo>
                      <a:pt x="208468" y="469135"/>
                    </a:lnTo>
                    <a:cubicBezTo>
                      <a:pt x="159654" y="520223"/>
                      <a:pt x="79011" y="523012"/>
                      <a:pt x="26778" y="475440"/>
                    </a:cubicBezTo>
                    <a:lnTo>
                      <a:pt x="26778" y="475440"/>
                    </a:lnTo>
                    <a:cubicBezTo>
                      <a:pt x="4615" y="453851"/>
                      <a:pt x="-4938" y="437230"/>
                      <a:pt x="1559" y="418125"/>
                    </a:cubicBezTo>
                    <a:lnTo>
                      <a:pt x="385766" y="5260"/>
                    </a:lnTo>
                    <a:lnTo>
                      <a:pt x="1108328" y="5260"/>
                    </a:lnTo>
                    <a:lnTo>
                      <a:pt x="1303965" y="-472"/>
                    </a:lnTo>
                    <a:lnTo>
                      <a:pt x="2695404" y="-472"/>
                    </a:lnTo>
                    <a:lnTo>
                      <a:pt x="2748516" y="97156"/>
                    </a:lnTo>
                    <a:cubicBezTo>
                      <a:pt x="2906325" y="387938"/>
                      <a:pt x="2613632" y="716740"/>
                      <a:pt x="2306610" y="59389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0" id="30"/>
              <p:cNvSpPr/>
              <p:nvPr/>
            </p:nvSpPr>
            <p:spPr>
              <a:xfrm flipH="false" flipV="false" rot="0">
                <a:off x="8141852" y="5544928"/>
                <a:ext cx="3471288" cy="805579"/>
              </a:xfrm>
              <a:custGeom>
                <a:rect l="l" t="t" r="r" b="b"/>
                <a:pathLst>
                  <a:path w="2829874" h="658177">
                    <a:moveTo>
                      <a:pt x="2459073" y="657706"/>
                    </a:moveTo>
                    <a:cubicBezTo>
                      <a:pt x="2410870" y="657629"/>
                      <a:pt x="2363126" y="648306"/>
                      <a:pt x="2318457" y="630194"/>
                    </a:cubicBezTo>
                    <a:lnTo>
                      <a:pt x="1577364" y="332533"/>
                    </a:lnTo>
                    <a:cubicBezTo>
                      <a:pt x="1444333" y="512734"/>
                      <a:pt x="1203951" y="576278"/>
                      <a:pt x="999238" y="485376"/>
                    </a:cubicBezTo>
                    <a:lnTo>
                      <a:pt x="761759" y="383163"/>
                    </a:lnTo>
                    <a:lnTo>
                      <a:pt x="678842" y="547659"/>
                    </a:lnTo>
                    <a:cubicBezTo>
                      <a:pt x="644224" y="620813"/>
                      <a:pt x="557485" y="652909"/>
                      <a:pt x="483586" y="619876"/>
                    </a:cubicBezTo>
                    <a:cubicBezTo>
                      <a:pt x="464901" y="611604"/>
                      <a:pt x="450323" y="596186"/>
                      <a:pt x="443083" y="577081"/>
                    </a:cubicBezTo>
                    <a:cubicBezTo>
                      <a:pt x="440141" y="569191"/>
                      <a:pt x="438460" y="560860"/>
                      <a:pt x="438116" y="552435"/>
                    </a:cubicBezTo>
                    <a:lnTo>
                      <a:pt x="429518" y="566191"/>
                    </a:lnTo>
                    <a:cubicBezTo>
                      <a:pt x="388422" y="635944"/>
                      <a:pt x="299067" y="659978"/>
                      <a:pt x="228531" y="620259"/>
                    </a:cubicBezTo>
                    <a:cubicBezTo>
                      <a:pt x="198841" y="603694"/>
                      <a:pt x="183653" y="569515"/>
                      <a:pt x="191276" y="536386"/>
                    </a:cubicBezTo>
                    <a:cubicBezTo>
                      <a:pt x="137761" y="558989"/>
                      <a:pt x="75994" y="548384"/>
                      <a:pt x="33083" y="509257"/>
                    </a:cubicBezTo>
                    <a:cubicBezTo>
                      <a:pt x="12832" y="490152"/>
                      <a:pt x="-8375" y="463023"/>
                      <a:pt x="2515" y="430926"/>
                    </a:cubicBezTo>
                    <a:cubicBezTo>
                      <a:pt x="3432" y="428422"/>
                      <a:pt x="4865" y="426150"/>
                      <a:pt x="6718" y="424238"/>
                    </a:cubicBezTo>
                    <a:lnTo>
                      <a:pt x="390926" y="11374"/>
                    </a:lnTo>
                    <a:cubicBezTo>
                      <a:pt x="394536" y="7495"/>
                      <a:pt x="399581" y="5278"/>
                      <a:pt x="404873" y="5260"/>
                    </a:cubicBezTo>
                    <a:lnTo>
                      <a:pt x="1127435" y="5260"/>
                    </a:lnTo>
                    <a:lnTo>
                      <a:pt x="1322499" y="-472"/>
                    </a:lnTo>
                    <a:lnTo>
                      <a:pt x="2714510" y="-472"/>
                    </a:lnTo>
                    <a:cubicBezTo>
                      <a:pt x="2721502" y="-491"/>
                      <a:pt x="2727960" y="3330"/>
                      <a:pt x="2731323" y="9463"/>
                    </a:cubicBezTo>
                    <a:lnTo>
                      <a:pt x="2784435" y="107091"/>
                    </a:lnTo>
                    <a:cubicBezTo>
                      <a:pt x="2882464" y="288343"/>
                      <a:pt x="2815004" y="514760"/>
                      <a:pt x="2633733" y="612789"/>
                    </a:cubicBezTo>
                    <a:cubicBezTo>
                      <a:pt x="2580238" y="641734"/>
                      <a:pt x="2520477" y="657152"/>
                      <a:pt x="2459646" y="657706"/>
                    </a:cubicBezTo>
                    <a:close/>
                    <a:moveTo>
                      <a:pt x="1570486" y="289546"/>
                    </a:moveTo>
                    <a:cubicBezTo>
                      <a:pt x="1572913" y="289604"/>
                      <a:pt x="1575320" y="290120"/>
                      <a:pt x="1577555" y="291075"/>
                    </a:cubicBezTo>
                    <a:lnTo>
                      <a:pt x="2332786" y="595231"/>
                    </a:lnTo>
                    <a:cubicBezTo>
                      <a:pt x="2503931" y="664010"/>
                      <a:pt x="2698404" y="581036"/>
                      <a:pt x="2767183" y="409891"/>
                    </a:cubicBezTo>
                    <a:cubicBezTo>
                      <a:pt x="2804304" y="317555"/>
                      <a:pt x="2798306" y="213469"/>
                      <a:pt x="2750810" y="126005"/>
                    </a:cubicBezTo>
                    <a:lnTo>
                      <a:pt x="2703238" y="38311"/>
                    </a:lnTo>
                    <a:lnTo>
                      <a:pt x="1323072" y="38311"/>
                    </a:lnTo>
                    <a:lnTo>
                      <a:pt x="1128007" y="44044"/>
                    </a:lnTo>
                    <a:lnTo>
                      <a:pt x="413088" y="44044"/>
                    </a:lnTo>
                    <a:lnTo>
                      <a:pt x="37860" y="447356"/>
                    </a:lnTo>
                    <a:cubicBezTo>
                      <a:pt x="37860" y="452705"/>
                      <a:pt x="39197" y="462449"/>
                      <a:pt x="59257" y="481937"/>
                    </a:cubicBezTo>
                    <a:cubicBezTo>
                      <a:pt x="103830" y="522287"/>
                      <a:pt x="172476" y="519669"/>
                      <a:pt x="213820" y="476014"/>
                    </a:cubicBezTo>
                    <a:lnTo>
                      <a:pt x="244196" y="444299"/>
                    </a:lnTo>
                    <a:cubicBezTo>
                      <a:pt x="250941" y="437287"/>
                      <a:pt x="261888" y="436466"/>
                      <a:pt x="269607" y="442389"/>
                    </a:cubicBezTo>
                    <a:cubicBezTo>
                      <a:pt x="277345" y="448293"/>
                      <a:pt x="279389" y="459067"/>
                      <a:pt x="274383" y="467417"/>
                    </a:cubicBezTo>
                    <a:lnTo>
                      <a:pt x="232351" y="535814"/>
                    </a:lnTo>
                    <a:cubicBezTo>
                      <a:pt x="227442" y="544544"/>
                      <a:pt x="226276" y="554881"/>
                      <a:pt x="229104" y="564472"/>
                    </a:cubicBezTo>
                    <a:cubicBezTo>
                      <a:pt x="231836" y="574177"/>
                      <a:pt x="238294" y="582431"/>
                      <a:pt x="247063" y="587398"/>
                    </a:cubicBezTo>
                    <a:cubicBezTo>
                      <a:pt x="299698" y="616934"/>
                      <a:pt x="366280" y="598937"/>
                      <a:pt x="396849" y="546894"/>
                    </a:cubicBezTo>
                    <a:lnTo>
                      <a:pt x="553321" y="296233"/>
                    </a:lnTo>
                    <a:cubicBezTo>
                      <a:pt x="557829" y="289050"/>
                      <a:pt x="566561" y="285706"/>
                      <a:pt x="574719" y="288018"/>
                    </a:cubicBezTo>
                    <a:cubicBezTo>
                      <a:pt x="580450" y="289623"/>
                      <a:pt x="585245" y="293578"/>
                      <a:pt x="587902" y="298908"/>
                    </a:cubicBezTo>
                    <a:cubicBezTo>
                      <a:pt x="590385" y="304105"/>
                      <a:pt x="590385" y="310142"/>
                      <a:pt x="587902" y="315338"/>
                    </a:cubicBezTo>
                    <a:lnTo>
                      <a:pt x="479001" y="535431"/>
                    </a:lnTo>
                    <a:cubicBezTo>
                      <a:pt x="475275" y="544621"/>
                      <a:pt x="475275" y="554899"/>
                      <a:pt x="479001" y="564089"/>
                    </a:cubicBezTo>
                    <a:cubicBezTo>
                      <a:pt x="482611" y="573642"/>
                      <a:pt x="489910" y="581342"/>
                      <a:pt x="499253" y="585487"/>
                    </a:cubicBezTo>
                    <a:cubicBezTo>
                      <a:pt x="554295" y="610075"/>
                      <a:pt x="618909" y="586137"/>
                      <a:pt x="644644" y="531610"/>
                    </a:cubicBezTo>
                    <a:lnTo>
                      <a:pt x="735967" y="350684"/>
                    </a:lnTo>
                    <a:cubicBezTo>
                      <a:pt x="740514" y="341628"/>
                      <a:pt x="751309" y="337692"/>
                      <a:pt x="760613" y="341703"/>
                    </a:cubicBezTo>
                    <a:lnTo>
                      <a:pt x="1014522" y="450986"/>
                    </a:lnTo>
                    <a:cubicBezTo>
                      <a:pt x="1207657" y="536845"/>
                      <a:pt x="1434552" y="473034"/>
                      <a:pt x="1554628" y="299099"/>
                    </a:cubicBezTo>
                    <a:cubicBezTo>
                      <a:pt x="1557914" y="293386"/>
                      <a:pt x="1563914" y="289795"/>
                      <a:pt x="1570486" y="289546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1" id="31"/>
              <p:cNvSpPr/>
              <p:nvPr/>
            </p:nvSpPr>
            <p:spPr>
              <a:xfrm flipH="false" flipV="false" rot="0">
                <a:off x="8434014" y="5557942"/>
                <a:ext cx="340561" cy="569948"/>
              </a:xfrm>
              <a:custGeom>
                <a:rect l="l" t="t" r="r" b="b"/>
                <a:pathLst>
                  <a:path w="277633" h="465661">
                    <a:moveTo>
                      <a:pt x="18630" y="465190"/>
                    </a:moveTo>
                    <a:cubicBezTo>
                      <a:pt x="15344" y="465171"/>
                      <a:pt x="12115" y="464330"/>
                      <a:pt x="9269" y="462706"/>
                    </a:cubicBezTo>
                    <a:cubicBezTo>
                      <a:pt x="97" y="457528"/>
                      <a:pt x="-3150" y="445913"/>
                      <a:pt x="2008" y="436723"/>
                    </a:cubicBezTo>
                    <a:lnTo>
                      <a:pt x="241397" y="9147"/>
                    </a:lnTo>
                    <a:cubicBezTo>
                      <a:pt x="246670" y="-24"/>
                      <a:pt x="258401" y="-3195"/>
                      <a:pt x="267571" y="2078"/>
                    </a:cubicBezTo>
                    <a:cubicBezTo>
                      <a:pt x="276743" y="7351"/>
                      <a:pt x="279914" y="19082"/>
                      <a:pt x="274641" y="28252"/>
                    </a:cubicBezTo>
                    <a:lnTo>
                      <a:pt x="35251" y="455446"/>
                    </a:lnTo>
                    <a:cubicBezTo>
                      <a:pt x="31870" y="461464"/>
                      <a:pt x="25527" y="465171"/>
                      <a:pt x="18630" y="465190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2" id="32"/>
              <p:cNvSpPr/>
              <p:nvPr/>
            </p:nvSpPr>
            <p:spPr>
              <a:xfrm flipH="false" flipV="false" rot="0">
                <a:off x="8802552" y="5554467"/>
                <a:ext cx="230953" cy="420958"/>
              </a:xfrm>
              <a:custGeom>
                <a:rect l="l" t="t" r="r" b="b"/>
                <a:pathLst>
                  <a:path w="188278" h="343933">
                    <a:moveTo>
                      <a:pt x="18715" y="343461"/>
                    </a:moveTo>
                    <a:cubicBezTo>
                      <a:pt x="15811" y="343481"/>
                      <a:pt x="12926" y="342812"/>
                      <a:pt x="10308" y="341551"/>
                    </a:cubicBezTo>
                    <a:cubicBezTo>
                      <a:pt x="813" y="336928"/>
                      <a:pt x="-3123" y="325502"/>
                      <a:pt x="1482" y="316008"/>
                    </a:cubicBezTo>
                    <a:cubicBezTo>
                      <a:pt x="1501" y="315988"/>
                      <a:pt x="1501" y="315970"/>
                      <a:pt x="1521" y="315950"/>
                    </a:cubicBezTo>
                    <a:lnTo>
                      <a:pt x="151497" y="10265"/>
                    </a:lnTo>
                    <a:cubicBezTo>
                      <a:pt x="156139" y="771"/>
                      <a:pt x="167603" y="-3166"/>
                      <a:pt x="177098" y="1478"/>
                    </a:cubicBezTo>
                    <a:cubicBezTo>
                      <a:pt x="186593" y="6120"/>
                      <a:pt x="190529" y="17582"/>
                      <a:pt x="185886" y="27078"/>
                    </a:cubicBezTo>
                    <a:lnTo>
                      <a:pt x="35910" y="332763"/>
                    </a:lnTo>
                    <a:cubicBezTo>
                      <a:pt x="32700" y="339316"/>
                      <a:pt x="26013" y="343481"/>
                      <a:pt x="18715" y="343461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3" id="33"/>
              <p:cNvSpPr/>
              <p:nvPr/>
            </p:nvSpPr>
            <p:spPr>
              <a:xfrm flipH="false" flipV="false" rot="0">
                <a:off x="8986292" y="5794668"/>
                <a:ext cx="500646" cy="484330"/>
              </a:xfrm>
              <a:custGeom>
                <a:rect l="l" t="t" r="r" b="b"/>
                <a:pathLst>
                  <a:path w="408138" h="395709">
                    <a:moveTo>
                      <a:pt x="147290" y="-472"/>
                    </a:moveTo>
                    <a:lnTo>
                      <a:pt x="9923" y="262608"/>
                    </a:lnTo>
                    <a:cubicBezTo>
                      <a:pt x="-13289" y="306913"/>
                      <a:pt x="3790" y="361631"/>
                      <a:pt x="48095" y="384863"/>
                    </a:cubicBezTo>
                    <a:cubicBezTo>
                      <a:pt x="48095" y="384863"/>
                      <a:pt x="48115" y="384882"/>
                      <a:pt x="48133" y="384882"/>
                    </a:cubicBezTo>
                    <a:lnTo>
                      <a:pt x="48133" y="384882"/>
                    </a:lnTo>
                    <a:cubicBezTo>
                      <a:pt x="92324" y="408056"/>
                      <a:pt x="146946" y="391034"/>
                      <a:pt x="170140" y="346824"/>
                    </a:cubicBezTo>
                    <a:cubicBezTo>
                      <a:pt x="170159" y="346767"/>
                      <a:pt x="170198" y="346728"/>
                      <a:pt x="170217" y="346671"/>
                    </a:cubicBezTo>
                    <a:lnTo>
                      <a:pt x="301661" y="163833"/>
                    </a:lnTo>
                    <a:lnTo>
                      <a:pt x="407695" y="19344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4" id="34"/>
              <p:cNvSpPr/>
              <p:nvPr/>
            </p:nvSpPr>
            <p:spPr>
              <a:xfrm flipH="false" flipV="false" rot="0">
                <a:off x="8963033" y="5769971"/>
                <a:ext cx="546134" cy="532129"/>
              </a:xfrm>
              <a:custGeom>
                <a:rect l="l" t="t" r="r" b="b"/>
                <a:pathLst>
                  <a:path w="445221" h="434762">
                    <a:moveTo>
                      <a:pt x="109126" y="434291"/>
                    </a:moveTo>
                    <a:cubicBezTo>
                      <a:pt x="48658" y="434348"/>
                      <a:pt x="-386" y="385362"/>
                      <a:pt x="-443" y="324913"/>
                    </a:cubicBezTo>
                    <a:cubicBezTo>
                      <a:pt x="-463" y="307183"/>
                      <a:pt x="3837" y="289703"/>
                      <a:pt x="12070" y="273998"/>
                    </a:cubicBezTo>
                    <a:lnTo>
                      <a:pt x="149246" y="10154"/>
                    </a:lnTo>
                    <a:cubicBezTo>
                      <a:pt x="153927" y="697"/>
                      <a:pt x="165391" y="-3163"/>
                      <a:pt x="174848" y="1518"/>
                    </a:cubicBezTo>
                    <a:cubicBezTo>
                      <a:pt x="184305" y="6218"/>
                      <a:pt x="188165" y="17681"/>
                      <a:pt x="183483" y="27119"/>
                    </a:cubicBezTo>
                    <a:cubicBezTo>
                      <a:pt x="183350" y="27406"/>
                      <a:pt x="183216" y="27654"/>
                      <a:pt x="183063" y="27921"/>
                    </a:cubicBezTo>
                    <a:lnTo>
                      <a:pt x="45887" y="291002"/>
                    </a:lnTo>
                    <a:cubicBezTo>
                      <a:pt x="27641" y="326040"/>
                      <a:pt x="41225" y="369237"/>
                      <a:pt x="76264" y="387483"/>
                    </a:cubicBezTo>
                    <a:cubicBezTo>
                      <a:pt x="111304" y="405729"/>
                      <a:pt x="154501" y="392145"/>
                      <a:pt x="172746" y="357105"/>
                    </a:cubicBezTo>
                    <a:cubicBezTo>
                      <a:pt x="173128" y="356303"/>
                      <a:pt x="173567" y="355539"/>
                      <a:pt x="174084" y="354813"/>
                    </a:cubicBezTo>
                    <a:lnTo>
                      <a:pt x="305527" y="171785"/>
                    </a:lnTo>
                    <a:cubicBezTo>
                      <a:pt x="310209" y="165270"/>
                      <a:pt x="318443" y="162385"/>
                      <a:pt x="326161" y="164525"/>
                    </a:cubicBezTo>
                    <a:lnTo>
                      <a:pt x="432195" y="194329"/>
                    </a:lnTo>
                    <a:cubicBezTo>
                      <a:pt x="442112" y="197939"/>
                      <a:pt x="447232" y="208886"/>
                      <a:pt x="443621" y="218803"/>
                    </a:cubicBezTo>
                    <a:cubicBezTo>
                      <a:pt x="440392" y="227706"/>
                      <a:pt x="431145" y="232883"/>
                      <a:pt x="421879" y="231011"/>
                    </a:cubicBezTo>
                    <a:lnTo>
                      <a:pt x="328836" y="205028"/>
                    </a:lnTo>
                    <a:lnTo>
                      <a:pt x="205798" y="376020"/>
                    </a:lnTo>
                    <a:cubicBezTo>
                      <a:pt x="186807" y="411804"/>
                      <a:pt x="149647" y="434214"/>
                      <a:pt x="109126" y="434291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5" id="35"/>
              <p:cNvSpPr/>
              <p:nvPr/>
            </p:nvSpPr>
            <p:spPr>
              <a:xfrm flipH="false" flipV="false" rot="0">
                <a:off x="11713793" y="5568311"/>
                <a:ext cx="23435" cy="23384"/>
              </a:xfrm>
              <a:custGeom>
                <a:rect l="l" t="t" r="r" b="b"/>
                <a:pathLst>
                  <a:path w="19105" h="19105">
                    <a:moveTo>
                      <a:pt x="-443" y="-472"/>
                    </a:moveTo>
                    <a:lnTo>
                      <a:pt x="-443" y="-472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6" id="36"/>
              <p:cNvSpPr/>
              <p:nvPr/>
            </p:nvSpPr>
            <p:spPr>
              <a:xfrm flipH="false" flipV="false" rot="0">
                <a:off x="11394131" y="5544928"/>
                <a:ext cx="343098" cy="46767"/>
              </a:xfrm>
              <a:custGeom>
                <a:rect l="l" t="t" r="r" b="b"/>
                <a:pathLst>
                  <a:path w="279701" h="38210">
                    <a:moveTo>
                      <a:pt x="260153" y="37739"/>
                    </a:moveTo>
                    <a:lnTo>
                      <a:pt x="18662" y="37739"/>
                    </a:lnTo>
                    <a:cubicBezTo>
                      <a:pt x="8116" y="37739"/>
                      <a:pt x="-443" y="29180"/>
                      <a:pt x="-443" y="18634"/>
                    </a:cubicBezTo>
                    <a:cubicBezTo>
                      <a:pt x="-443" y="8087"/>
                      <a:pt x="8116" y="-472"/>
                      <a:pt x="18662" y="-472"/>
                    </a:cubicBezTo>
                    <a:lnTo>
                      <a:pt x="260153" y="-472"/>
                    </a:lnTo>
                    <a:cubicBezTo>
                      <a:pt x="270699" y="-472"/>
                      <a:pt x="279259" y="8087"/>
                      <a:pt x="279259" y="18634"/>
                    </a:cubicBezTo>
                    <a:cubicBezTo>
                      <a:pt x="279259" y="29180"/>
                      <a:pt x="270699" y="37739"/>
                      <a:pt x="260153" y="3773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7" id="37"/>
              <p:cNvSpPr/>
              <p:nvPr/>
            </p:nvSpPr>
            <p:spPr>
              <a:xfrm flipH="false" flipV="false" rot="0">
                <a:off x="9338674" y="4433019"/>
                <a:ext cx="451519" cy="988440"/>
              </a:xfrm>
              <a:custGeom>
                <a:rect l="l" t="t" r="r" b="b"/>
                <a:pathLst>
                  <a:path w="368089" h="807579">
                    <a:moveTo>
                      <a:pt x="144115" y="-472"/>
                    </a:moveTo>
                    <a:lnTo>
                      <a:pt x="4646" y="482318"/>
                    </a:lnTo>
                    <a:cubicBezTo>
                      <a:pt x="4646" y="482318"/>
                      <a:pt x="-71775" y="800039"/>
                      <a:pt x="367647" y="807108"/>
                    </a:cubicBezTo>
                    <a:close/>
                  </a:path>
                </a:pathLst>
              </a:cu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8" id="38"/>
              <p:cNvSpPr/>
              <p:nvPr/>
            </p:nvSpPr>
            <p:spPr>
              <a:xfrm flipH="false" flipV="false" rot="0">
                <a:off x="9314539" y="4409859"/>
                <a:ext cx="499325" cy="1034048"/>
              </a:xfrm>
              <a:custGeom>
                <a:rect l="l" t="t" r="r" b="b"/>
                <a:pathLst>
                  <a:path w="407061" h="844842">
                    <a:moveTo>
                      <a:pt x="386176" y="844371"/>
                    </a:moveTo>
                    <a:lnTo>
                      <a:pt x="386176" y="844371"/>
                    </a:lnTo>
                    <a:cubicBezTo>
                      <a:pt x="228175" y="842079"/>
                      <a:pt x="116409" y="800047"/>
                      <a:pt x="53935" y="719423"/>
                    </a:cubicBezTo>
                    <a:cubicBezTo>
                      <a:pt x="7089" y="655401"/>
                      <a:pt x="-10603" y="574586"/>
                      <a:pt x="5216" y="496846"/>
                    </a:cubicBezTo>
                    <a:lnTo>
                      <a:pt x="145450" y="13291"/>
                    </a:lnTo>
                    <a:cubicBezTo>
                      <a:pt x="148410" y="3165"/>
                      <a:pt x="159014" y="-2662"/>
                      <a:pt x="169140" y="300"/>
                    </a:cubicBezTo>
                    <a:cubicBezTo>
                      <a:pt x="179170" y="3261"/>
                      <a:pt x="184959" y="13731"/>
                      <a:pt x="182131" y="23799"/>
                    </a:cubicBezTo>
                    <a:lnTo>
                      <a:pt x="43427" y="506590"/>
                    </a:lnTo>
                    <a:cubicBezTo>
                      <a:pt x="43427" y="506590"/>
                      <a:pt x="19545" y="612242"/>
                      <a:pt x="85076" y="696305"/>
                    </a:cubicBezTo>
                    <a:cubicBezTo>
                      <a:pt x="140291" y="767186"/>
                      <a:pt x="241931" y="804059"/>
                      <a:pt x="387513" y="806161"/>
                    </a:cubicBezTo>
                    <a:cubicBezTo>
                      <a:pt x="398059" y="806161"/>
                      <a:pt x="406619" y="814720"/>
                      <a:pt x="406619" y="825266"/>
                    </a:cubicBezTo>
                    <a:cubicBezTo>
                      <a:pt x="406619" y="835812"/>
                      <a:pt x="398059" y="844371"/>
                      <a:pt x="387513" y="844371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39" id="39"/>
              <p:cNvSpPr/>
              <p:nvPr/>
            </p:nvSpPr>
            <p:spPr>
              <a:xfrm flipH="false" flipV="false" rot="0">
                <a:off x="10887687" y="5163769"/>
                <a:ext cx="241621" cy="397527"/>
              </a:xfrm>
              <a:custGeom>
                <a:rect l="l" t="t" r="r" b="b"/>
                <a:pathLst>
                  <a:path w="196975" h="324789">
                    <a:moveTo>
                      <a:pt x="-443" y="-472"/>
                    </a:moveTo>
                    <a:lnTo>
                      <a:pt x="196532" y="324318"/>
                    </a:lnTo>
                    <a:close/>
                  </a:path>
                </a:pathLst>
              </a:custGeom>
              <a:solidFill>
                <a:srgbClr val="66CC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40" id="40"/>
              <p:cNvSpPr/>
              <p:nvPr/>
            </p:nvSpPr>
            <p:spPr>
              <a:xfrm flipH="false" flipV="false" rot="0">
                <a:off x="10862750" y="5136571"/>
                <a:ext cx="290224" cy="447261"/>
              </a:xfrm>
              <a:custGeom>
                <a:rect l="l" t="t" r="r" b="b"/>
                <a:pathLst>
                  <a:path w="236597" h="365423">
                    <a:moveTo>
                      <a:pt x="216862" y="364879"/>
                    </a:moveTo>
                    <a:cubicBezTo>
                      <a:pt x="210155" y="364918"/>
                      <a:pt x="203927" y="361440"/>
                      <a:pt x="200431" y="355709"/>
                    </a:cubicBezTo>
                    <a:lnTo>
                      <a:pt x="4029" y="30919"/>
                    </a:lnTo>
                    <a:cubicBezTo>
                      <a:pt x="-2753" y="22838"/>
                      <a:pt x="-1703" y="10782"/>
                      <a:pt x="6378" y="4000"/>
                    </a:cubicBezTo>
                    <a:cubicBezTo>
                      <a:pt x="14460" y="-2782"/>
                      <a:pt x="26516" y="-1732"/>
                      <a:pt x="33298" y="6350"/>
                    </a:cubicBezTo>
                    <a:cubicBezTo>
                      <a:pt x="34655" y="7974"/>
                      <a:pt x="35743" y="9827"/>
                      <a:pt x="36508" y="11814"/>
                    </a:cubicBezTo>
                    <a:lnTo>
                      <a:pt x="233292" y="336604"/>
                    </a:lnTo>
                    <a:cubicBezTo>
                      <a:pt x="238852" y="345583"/>
                      <a:pt x="236063" y="357352"/>
                      <a:pt x="227102" y="362912"/>
                    </a:cubicBezTo>
                    <a:cubicBezTo>
                      <a:pt x="227064" y="362931"/>
                      <a:pt x="227025" y="362950"/>
                      <a:pt x="226987" y="362969"/>
                    </a:cubicBezTo>
                    <a:cubicBezTo>
                      <a:pt x="223854" y="364516"/>
                      <a:pt x="220339" y="365185"/>
                      <a:pt x="216862" y="36487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name="Group 41" id="41"/>
              <p:cNvGrpSpPr/>
              <p:nvPr/>
            </p:nvGrpSpPr>
            <p:grpSpPr>
              <a:xfrm flipH="false" flipV="false" rot="0">
                <a:off x="7141946" y="2924204"/>
                <a:ext cx="1393128" cy="1277322"/>
                <a:chOff x="5965147" y="2741324"/>
                <a:chExt cx="1241641" cy="1138428"/>
              </a:xfrm>
            </p:grpSpPr>
            <p:sp>
              <p:nvSpPr>
                <p:cNvPr name="AutoShape 42" id="42"/>
                <p:cNvSpPr/>
                <p:nvPr/>
              </p:nvSpPr>
              <p:spPr>
                <a:xfrm flipH="false" flipV="false" rot="0">
                  <a:off x="5965147" y="2741324"/>
                  <a:ext cx="1241641" cy="1138428"/>
                </a:xfrm>
                <a:custGeom>
                  <a:rect l="l" t="t" r="r" b="b"/>
                  <a:pathLst>
                    <a:path w="1012214" h="930123">
                      <a:moveTo>
                        <a:pt x="990833" y="215687"/>
                      </a:moveTo>
                      <a:cubicBezTo>
                        <a:pt x="911546" y="16419"/>
                        <a:pt x="629935" y="-58664"/>
                        <a:pt x="361887" y="48134"/>
                      </a:cubicBezTo>
                      <a:cubicBezTo>
                        <a:pt x="93840" y="154933"/>
                        <a:pt x="-58429" y="402919"/>
                        <a:pt x="20284" y="602187"/>
                      </a:cubicBezTo>
                      <a:cubicBezTo>
                        <a:pt x="86580" y="768977"/>
                        <a:pt x="294637" y="848645"/>
                        <a:pt x="517022" y="807569"/>
                      </a:cubicBezTo>
                      <a:lnTo>
                        <a:pt x="666617" y="929652"/>
                      </a:lnTo>
                      <a:lnTo>
                        <a:pt x="669864" y="760762"/>
                      </a:lnTo>
                      <a:cubicBezTo>
                        <a:pt x="925302" y="649377"/>
                        <a:pt x="1068019" y="409415"/>
                        <a:pt x="990833" y="215687"/>
                      </a:cubicBezTo>
                      <a:close/>
                    </a:path>
                  </a:pathLst>
                </a:custGeom>
                <a:solidFill>
                  <a:srgbClr val="DFBD0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name="AutoShape 43" id="43"/>
                <p:cNvSpPr/>
                <p:nvPr/>
              </p:nvSpPr>
              <p:spPr>
                <a:xfrm flipH="false" flipV="false" rot="0">
                  <a:off x="6351707" y="3103779"/>
                  <a:ext cx="447020" cy="312502"/>
                </a:xfrm>
                <a:custGeom>
                  <a:rect l="l" t="t" r="r" b="b"/>
                  <a:pathLst>
                    <a:path w="364421" h="255322">
                      <a:moveTo>
                        <a:pt x="128907" y="254851"/>
                      </a:moveTo>
                      <a:cubicBezTo>
                        <a:pt x="123806" y="254832"/>
                        <a:pt x="118915" y="252769"/>
                        <a:pt x="115342" y="249120"/>
                      </a:cubicBezTo>
                      <a:lnTo>
                        <a:pt x="5105" y="139073"/>
                      </a:lnTo>
                      <a:cubicBezTo>
                        <a:pt x="-2327" y="131584"/>
                        <a:pt x="-2289" y="119471"/>
                        <a:pt x="5200" y="112039"/>
                      </a:cubicBezTo>
                      <a:cubicBezTo>
                        <a:pt x="12690" y="104608"/>
                        <a:pt x="24802" y="104645"/>
                        <a:pt x="32234" y="112135"/>
                      </a:cubicBezTo>
                      <a:lnTo>
                        <a:pt x="128907" y="207661"/>
                      </a:lnTo>
                      <a:lnTo>
                        <a:pt x="331232" y="5145"/>
                      </a:lnTo>
                      <a:cubicBezTo>
                        <a:pt x="338721" y="-2344"/>
                        <a:pt x="350873" y="-2344"/>
                        <a:pt x="358361" y="5145"/>
                      </a:cubicBezTo>
                      <a:cubicBezTo>
                        <a:pt x="365851" y="12635"/>
                        <a:pt x="365851" y="24785"/>
                        <a:pt x="358361" y="32275"/>
                      </a:cubicBezTo>
                      <a:lnTo>
                        <a:pt x="142281" y="248165"/>
                      </a:lnTo>
                      <a:cubicBezTo>
                        <a:pt x="138918" y="252119"/>
                        <a:pt x="134085" y="254527"/>
                        <a:pt x="128907" y="254851"/>
                      </a:cubicBezTo>
                      <a:close/>
                    </a:path>
                  </a:pathLst>
                </a:custGeom>
                <a:solidFill>
                  <a:srgbClr val="080717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name="AutoShape 44" id="44"/>
              <p:cNvSpPr/>
              <p:nvPr/>
            </p:nvSpPr>
            <p:spPr>
              <a:xfrm flipH="false" flipV="false" rot="0">
                <a:off x="4985886" y="6151976"/>
                <a:ext cx="2992732" cy="46767"/>
              </a:xfrm>
              <a:custGeom>
                <a:rect l="l" t="t" r="r" b="b"/>
                <a:pathLst>
                  <a:path w="2439744" h="38210">
                    <a:moveTo>
                      <a:pt x="2420769" y="37739"/>
                    </a:moveTo>
                    <a:lnTo>
                      <a:pt x="18662" y="37739"/>
                    </a:lnTo>
                    <a:cubicBezTo>
                      <a:pt x="8116" y="37739"/>
                      <a:pt x="-443" y="29179"/>
                      <a:pt x="-443" y="18634"/>
                    </a:cubicBezTo>
                    <a:cubicBezTo>
                      <a:pt x="-443" y="8087"/>
                      <a:pt x="8116" y="-472"/>
                      <a:pt x="18662" y="-472"/>
                    </a:cubicBezTo>
                    <a:lnTo>
                      <a:pt x="2420197" y="-472"/>
                    </a:lnTo>
                    <a:cubicBezTo>
                      <a:pt x="2430743" y="-472"/>
                      <a:pt x="2439302" y="8087"/>
                      <a:pt x="2439302" y="18634"/>
                    </a:cubicBezTo>
                    <a:cubicBezTo>
                      <a:pt x="2439302" y="29179"/>
                      <a:pt x="2430743" y="37739"/>
                      <a:pt x="2420197" y="3773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name="AutoShape 45" id="45"/>
              <p:cNvSpPr/>
              <p:nvPr/>
            </p:nvSpPr>
            <p:spPr>
              <a:xfrm flipH="true" flipV="false" rot="660000">
                <a:off x="10807766" y="1538839"/>
                <a:ext cx="895925" cy="800100"/>
              </a:xfrm>
              <a:custGeom>
                <a:rect l="l" t="t" r="r" b="b"/>
                <a:pathLst>
                  <a:path w="1292090" h="1156442">
                    <a:moveTo>
                      <a:pt x="594687" y="1155971"/>
                    </a:moveTo>
                    <a:cubicBezTo>
                      <a:pt x="587752" y="1155914"/>
                      <a:pt x="581390" y="1152113"/>
                      <a:pt x="578065" y="1146036"/>
                    </a:cubicBezTo>
                    <a:lnTo>
                      <a:pt x="469929" y="951353"/>
                    </a:lnTo>
                    <a:cubicBezTo>
                      <a:pt x="192521" y="892701"/>
                      <a:pt x="-443" y="701838"/>
                      <a:pt x="-443" y="484611"/>
                    </a:cubicBezTo>
                    <a:cubicBezTo>
                      <a:pt x="-443" y="217138"/>
                      <a:pt x="289385" y="-472"/>
                      <a:pt x="645698" y="-472"/>
                    </a:cubicBezTo>
                    <a:cubicBezTo>
                      <a:pt x="1002012" y="-472"/>
                      <a:pt x="1291647" y="217138"/>
                      <a:pt x="1291647" y="484611"/>
                    </a:cubicBezTo>
                    <a:cubicBezTo>
                      <a:pt x="1291647" y="741960"/>
                      <a:pt x="1026657" y="952691"/>
                      <a:pt x="686392" y="968548"/>
                    </a:cubicBezTo>
                    <a:lnTo>
                      <a:pt x="612455" y="1144317"/>
                    </a:lnTo>
                    <a:cubicBezTo>
                      <a:pt x="609608" y="1151061"/>
                      <a:pt x="603151" y="1155589"/>
                      <a:pt x="595833" y="1155971"/>
                    </a:cubicBezTo>
                    <a:close/>
                    <a:moveTo>
                      <a:pt x="645698" y="37739"/>
                    </a:moveTo>
                    <a:cubicBezTo>
                      <a:pt x="310400" y="37739"/>
                      <a:pt x="37768" y="238154"/>
                      <a:pt x="37768" y="484611"/>
                    </a:cubicBezTo>
                    <a:cubicBezTo>
                      <a:pt x="37768" y="685599"/>
                      <a:pt x="222134" y="862897"/>
                      <a:pt x="485978" y="915626"/>
                    </a:cubicBezTo>
                    <a:cubicBezTo>
                      <a:pt x="491499" y="916735"/>
                      <a:pt x="496257" y="920231"/>
                      <a:pt x="498969" y="925179"/>
                    </a:cubicBezTo>
                    <a:lnTo>
                      <a:pt x="592394" y="1093306"/>
                    </a:lnTo>
                    <a:lnTo>
                      <a:pt x="655824" y="942565"/>
                    </a:lnTo>
                    <a:cubicBezTo>
                      <a:pt x="658728" y="935688"/>
                      <a:pt x="665377" y="931140"/>
                      <a:pt x="672828" y="930911"/>
                    </a:cubicBezTo>
                    <a:cubicBezTo>
                      <a:pt x="997618" y="920213"/>
                      <a:pt x="1253437" y="724192"/>
                      <a:pt x="1253437" y="484611"/>
                    </a:cubicBezTo>
                    <a:cubicBezTo>
                      <a:pt x="1254202" y="238154"/>
                      <a:pt x="981569" y="37739"/>
                      <a:pt x="646463" y="37739"/>
                    </a:cubicBezTo>
                    <a:close/>
                  </a:path>
                </a:pathLst>
              </a:custGeom>
              <a:solidFill>
                <a:srgbClr val="08071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10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199414" y="1293929"/>
            <a:ext cx="7550886" cy="18224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5400">
                <a:ln w="19050"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高效协作 成就卓越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1199414" y="3217979"/>
            <a:ext cx="5868136" cy="12700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打造高绩效团队的行动指南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1199415" y="5420684"/>
            <a:ext cx="4045686" cy="34551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000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报告人名称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199415" y="5788582"/>
            <a:ext cx="4045686" cy="34551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non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20xx.xx.xx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0df0ac6-90c2-453b-9346-f135461995a5"/>
          <p:cNvGrpSpPr/>
          <p:nvPr/>
        </p:nvGrpSpPr>
        <p:grpSpPr>
          <a:xfrm flipH="false" flipV="false" rot="0">
            <a:off x="6479" y="1438275"/>
            <a:ext cx="12185521" cy="5438775"/>
            <a:chOff x="6479" y="1438275"/>
            <a:chExt cx="12185521" cy="5438775"/>
          </a:xfrm>
        </p:grpSpPr>
        <p:grpSp>
          <p:nvGrpSpPr>
            <p:cNvPr id="3" name="Group 3"/>
            <p:cNvGrpSpPr/>
            <p:nvPr/>
          </p:nvGrpSpPr>
          <p:grpSpPr>
            <a:xfrm flipH="false" flipV="false" rot="0">
              <a:off x="6479" y="1628775"/>
              <a:ext cx="8429754" cy="5248275"/>
              <a:chOff x="6479" y="1628775"/>
              <a:chExt cx="8429754" cy="5248275"/>
            </a:xfrm>
          </p:grpSpPr>
          <p:sp>
            <p:nvSpPr>
              <p:cNvPr id="4" name="TextBox 4"/>
              <p:cNvSpPr txBox="true"/>
              <p:nvPr/>
            </p:nvSpPr>
            <p:spPr>
              <a:xfrm flipH="false" flipV="false" rot="0">
                <a:off x="3743067" y="1927017"/>
                <a:ext cx="4693166" cy="6913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spcBef>
                    <a:spcPts val="1000"/>
                  </a:spcBef>
                  <a:defRPr/>
                </a:pPr>
                <a:r>
                  <a:rPr b="true" i="false" lang="en-US" sz="24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洞察团队协作</a:t>
                </a:r>
                <a:endParaRPr lang="en-US" sz="1100"/>
              </a:p>
            </p:txBody>
          </p:sp>
          <p:sp>
            <p:nvSpPr>
              <p:cNvPr id="5" name="AutoShape 5"/>
              <p:cNvSpPr/>
              <p:nvPr/>
            </p:nvSpPr>
            <p:spPr>
              <a:xfrm flipH="false" flipV="false" rot="0">
                <a:off x="3962400" y="2682120"/>
                <a:ext cx="4384933" cy="0"/>
              </a:xfrm>
              <a:prstGeom prst="line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pic>
            <p:nvPicPr>
              <p:cNvPr id="6" name="Picture 6"/>
              <p:cNvPicPr>
                <a:picLocks noChangeAspect="true"/>
              </p:cNvPicPr>
              <p:nvPr/>
            </p:nvPicPr>
            <p:blipFill>
              <a:blip r:embed="rId2">
                <a:alphaModFix amt="100000"/>
              </a:blip>
              <a:stretch>
                <a:fillRect/>
              </a:stretch>
            </p:blipFill>
            <p:spPr>
              <a:xfrm flipH="false" flipV="false" rot="0">
                <a:off x="6479" y="1628775"/>
                <a:ext cx="3743325" cy="524827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  <p:grpSp>
          <p:nvGrpSpPr>
            <p:cNvPr id="7" name="Group 7"/>
            <p:cNvGrpSpPr/>
            <p:nvPr/>
          </p:nvGrpSpPr>
          <p:grpSpPr>
            <a:xfrm flipH="false" flipV="false" rot="0">
              <a:off x="3743067" y="1438275"/>
              <a:ext cx="8448933" cy="5419725"/>
              <a:chOff x="3743067" y="1438275"/>
              <a:chExt cx="8448933" cy="5419725"/>
            </a:xfrm>
          </p:grpSpPr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3743067" y="2884874"/>
                <a:ext cx="4693166" cy="6913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spcBef>
                    <a:spcPts val="1000"/>
                  </a:spcBef>
                  <a:defRPr/>
                </a:pPr>
                <a:r>
                  <a:rPr b="true" i="false" lang="en-US" sz="24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诊断协作困境</a:t>
                </a:r>
                <a:endParaRPr lang="en-US" sz="1100"/>
              </a:p>
            </p:txBody>
          </p:sp>
          <p:sp>
            <p:nvSpPr>
              <p:cNvPr id="9" name="AutoShape 9"/>
              <p:cNvSpPr/>
              <p:nvPr/>
            </p:nvSpPr>
            <p:spPr>
              <a:xfrm flipH="false" flipV="false" rot="0">
                <a:off x="3962400" y="3655452"/>
                <a:ext cx="4384933" cy="0"/>
              </a:xfrm>
              <a:prstGeom prst="line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pic>
            <p:nvPicPr>
              <p:cNvPr id="10" name="Picture 10"/>
              <p:cNvPicPr>
                <a:picLocks noChangeAspect="true"/>
              </p:cNvPicPr>
              <p:nvPr/>
            </p:nvPicPr>
            <p:blipFill>
              <a:blip r:embed="rId3">
                <a:alphaModFix amt="100000"/>
              </a:blip>
              <a:stretch>
                <a:fillRect/>
              </a:stretch>
            </p:blipFill>
            <p:spPr>
              <a:xfrm flipH="false" flipV="false" rot="0">
                <a:off x="9153525" y="1438275"/>
                <a:ext cx="3038475" cy="541972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  <p:grpSp>
          <p:nvGrpSpPr>
            <p:cNvPr id="11" name="Group 11"/>
            <p:cNvGrpSpPr/>
            <p:nvPr/>
          </p:nvGrpSpPr>
          <p:grpSpPr>
            <a:xfrm flipH="false" flipV="false" rot="0">
              <a:off x="3743067" y="3842731"/>
              <a:ext cx="4693166" cy="791410"/>
              <a:chOff x="3743067" y="3842731"/>
              <a:chExt cx="4693166" cy="791410"/>
            </a:xfrm>
          </p:grpSpPr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3743067" y="3842731"/>
                <a:ext cx="4693166" cy="6913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spcBef>
                    <a:spcPts val="1000"/>
                  </a:spcBef>
                  <a:defRPr/>
                </a:pPr>
                <a:r>
                  <a:rPr b="true" i="false" lang="en-US" sz="24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构建协作基石</a:t>
                </a:r>
                <a:endParaRPr lang="en-US" sz="1100"/>
              </a:p>
            </p:txBody>
          </p:sp>
          <p:sp>
            <p:nvSpPr>
              <p:cNvPr id="13" name="AutoShape 13"/>
              <p:cNvSpPr/>
              <p:nvPr/>
            </p:nvSpPr>
            <p:spPr>
              <a:xfrm flipH="false" flipV="false" rot="0">
                <a:off x="3962400" y="4634141"/>
                <a:ext cx="4384933" cy="0"/>
              </a:xfrm>
              <a:prstGeom prst="line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3743067" y="4883550"/>
              <a:ext cx="4693166" cy="791410"/>
              <a:chOff x="3743067" y="4883550"/>
              <a:chExt cx="4693166" cy="791410"/>
            </a:xfrm>
          </p:grpSpPr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3743067" y="4883550"/>
                <a:ext cx="4693166" cy="6913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spcBef>
                    <a:spcPts val="1000"/>
                  </a:spcBef>
                  <a:defRPr/>
                </a:pPr>
                <a:r>
                  <a:rPr b="true" i="false" lang="en-US" sz="24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协作工具箱</a:t>
                </a:r>
                <a:endParaRPr lang="en-US" sz="1100"/>
              </a:p>
            </p:txBody>
          </p:sp>
          <p:sp>
            <p:nvSpPr>
              <p:cNvPr id="16" name="AutoShape 16"/>
              <p:cNvSpPr/>
              <p:nvPr/>
            </p:nvSpPr>
            <p:spPr>
              <a:xfrm flipH="false" flipV="false" rot="0">
                <a:off x="3962400" y="5674960"/>
                <a:ext cx="4384933" cy="0"/>
              </a:xfrm>
              <a:prstGeom prst="line">
                <a:avLst/>
              </a:prstGeom>
              <a:ln w="12700">
                <a:solidFill>
                  <a:srgbClr val="2F2F2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</p:grpSp>
      <p:sp>
        <p:nvSpPr>
          <p:cNvPr id="17" name="TextBox 17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2708041" y="2355689"/>
            <a:ext cx="6763218" cy="10792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洞察团队协作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2708041" y="3446742"/>
            <a:ext cx="6763218" cy="167748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本章旨在阐明团队协作的核心价值，通过数据与案例，直观展示其对提升工作效率与组织绩效的关键作用。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081a2e2-6d0f-4219-b172-6e13d5f98058"/>
          <p:cNvGrpSpPr/>
          <p:nvPr/>
        </p:nvGrpSpPr>
        <p:grpSpPr>
          <a:xfrm flipH="false" flipV="false" rot="0">
            <a:off x="660400" y="1150137"/>
            <a:ext cx="10858500" cy="4513493"/>
            <a:chOff x="660400" y="1150137"/>
            <a:chExt cx="10858500" cy="4513493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50137"/>
              <a:ext cx="10858500" cy="66737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b="true" i="false" lang="en-US" strike="noStrike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协作力是现代企业最宝贵的生产力之一。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1002894" y="2376829"/>
              <a:ext cx="3120417" cy="3286801"/>
              <a:chOff x="660399" y="2376829"/>
              <a:chExt cx="1942591" cy="3286801"/>
            </a:xfrm>
          </p:grpSpPr>
          <p:sp>
            <p:nvSpPr>
              <p:cNvPr id="5" name="AutoShape 5"/>
              <p:cNvSpPr/>
              <p:nvPr/>
            </p:nvSpPr>
            <p:spPr>
              <a:xfrm flipH="false" flipV="false" rot="0">
                <a:off x="660399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299777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013045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299777">
                      <a:alpha val="100000"/>
                      <a:lumMod val="60000"/>
                      <a:lumOff val="40000"/>
                    </a:srgbClr>
                  </a:gs>
                  <a:gs pos="60000">
                    <a:srgbClr val="299777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726658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99777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提升效率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726658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通过优化流程和明确分工，团队协作能够显著减少重复劳动和无效工作时间，从而大幅提升整体工作效率。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4529441" y="2376829"/>
              <a:ext cx="3120417" cy="3286801"/>
              <a:chOff x="2889377" y="2376829"/>
              <a:chExt cx="1942591" cy="3286801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2889377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DFBD03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3242023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DFBD03">
                      <a:alpha val="100000"/>
                      <a:lumMod val="60000"/>
                      <a:lumOff val="40000"/>
                    </a:srgbClr>
                  </a:gs>
                  <a:gs pos="60000">
                    <a:srgbClr val="DFBD03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2955636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DFBD03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激发创新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2955636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汇集不同背景和视角的成员，在思想的碰撞中更容易激发创意火花，共同催生出更具创造性的解决方案。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8055990" y="2376829"/>
              <a:ext cx="3120417" cy="3286801"/>
              <a:chOff x="5118355" y="2376829"/>
              <a:chExt cx="1942591" cy="3286801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5118355" y="2600286"/>
                <a:ext cx="1942591" cy="3063344"/>
              </a:xfrm>
              <a:prstGeom prst="roundRect">
                <a:avLst>
                  <a:gd fmla="val 5758" name="adj"/>
                </a:avLst>
              </a:prstGeom>
              <a:solidFill>
                <a:srgbClr val="569A36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5471001" y="2376829"/>
                <a:ext cx="1237298" cy="4469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569A36">
                      <a:alpha val="100000"/>
                      <a:lumMod val="60000"/>
                      <a:lumOff val="40000"/>
                    </a:srgbClr>
                  </a:gs>
                  <a:gs pos="60000">
                    <a:srgbClr val="569A3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none"/>
              <a:lstStyle/>
              <a:p>
                <a:pPr algn="ctr">
                  <a:defRPr/>
                </a:pPr>
                <a:r>
                  <a:rPr b="true" i="false" lang="en-US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5184614" y="2959100"/>
                <a:ext cx="1810072" cy="59115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569A36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增强韧性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5184614" y="3562053"/>
                <a:ext cx="1810072" cy="180540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在面对挑战与压力时，一个协作良好的团队能够相互支持、共担风险，展现出比个体更强大的抗压能力和适应性。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协作的核心价值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1cf712a-02bf-4534-acf4-be0484f8c8aa"/>
          <p:cNvGrpSpPr/>
          <p:nvPr/>
        </p:nvGrpSpPr>
        <p:grpSpPr>
          <a:xfrm flipH="false" flipV="false"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1889320" y="2009866"/>
              <a:ext cx="274567" cy="166688"/>
            </a:xfrm>
            <a:custGeom>
              <a:rect b="b" l="l" r="r" t="t"/>
              <a:pathLst>
                <a:path h="94" w="155">
                  <a:moveTo>
                    <a:pt x="27" y="94"/>
                  </a:moveTo>
                  <a:cubicBezTo>
                    <a:pt x="67" y="77"/>
                    <a:pt x="110" y="68"/>
                    <a:pt x="155" y="66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0" y="2"/>
                    <a:pt x="48" y="14"/>
                    <a:pt x="0" y="35"/>
                  </a:cubicBezTo>
                  <a:lnTo>
                    <a:pt x="27" y="94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2427344" y="2065429"/>
              <a:ext cx="279328" cy="233363"/>
            </a:xfrm>
            <a:custGeom>
              <a:rect b="b" l="l" r="r" t="t"/>
              <a:pathLst>
                <a:path h="132" w="157">
                  <a:moveTo>
                    <a:pt x="0" y="61"/>
                  </a:moveTo>
                  <a:cubicBezTo>
                    <a:pt x="41" y="78"/>
                    <a:pt x="79" y="102"/>
                    <a:pt x="111" y="132"/>
                  </a:cubicBezTo>
                  <a:cubicBezTo>
                    <a:pt x="157" y="85"/>
                    <a:pt x="157" y="85"/>
                    <a:pt x="157" y="85"/>
                  </a:cubicBezTo>
                  <a:cubicBezTo>
                    <a:pt x="118" y="49"/>
                    <a:pt x="73" y="20"/>
                    <a:pt x="23" y="0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2208326" y="2009866"/>
              <a:ext cx="219018" cy="149225"/>
            </a:xfrm>
            <a:custGeom>
              <a:rect b="b" l="l" r="r" t="t"/>
              <a:pathLst>
                <a:path h="84" w="123">
                  <a:moveTo>
                    <a:pt x="0" y="66"/>
                  </a:moveTo>
                  <a:cubicBezTo>
                    <a:pt x="35" y="67"/>
                    <a:pt x="69" y="73"/>
                    <a:pt x="100" y="84"/>
                  </a:cubicBezTo>
                  <a:cubicBezTo>
                    <a:pt x="123" y="22"/>
                    <a:pt x="123" y="22"/>
                    <a:pt x="123" y="22"/>
                  </a:cubicBezTo>
                  <a:cubicBezTo>
                    <a:pt x="84" y="9"/>
                    <a:pt x="43" y="2"/>
                    <a:pt x="0" y="0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2654297" y="2247991"/>
              <a:ext cx="209496" cy="230188"/>
            </a:xfrm>
            <a:custGeom>
              <a:rect b="b" l="l" r="r" t="t"/>
              <a:pathLst>
                <a:path h="130" w="118">
                  <a:moveTo>
                    <a:pt x="46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23" y="71"/>
                    <a:pt x="43" y="99"/>
                    <a:pt x="58" y="130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99" y="65"/>
                    <a:pt x="75" y="30"/>
                    <a:pt x="46" y="0"/>
                  </a:cubicBez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1484613" y="2247991"/>
              <a:ext cx="233303" cy="279400"/>
            </a:xfrm>
            <a:custGeom>
              <a:rect b="b" l="l" r="r" t="t"/>
              <a:pathLst>
                <a:path h="157" w="132">
                  <a:moveTo>
                    <a:pt x="62" y="157"/>
                  </a:moveTo>
                  <a:cubicBezTo>
                    <a:pt x="78" y="115"/>
                    <a:pt x="103" y="78"/>
                    <a:pt x="132" y="46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49" y="38"/>
                    <a:pt x="20" y="84"/>
                    <a:pt x="0" y="134"/>
                  </a:cubicBezTo>
                  <a:lnTo>
                    <a:pt x="62" y="157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1667128" y="2089241"/>
              <a:ext cx="230128" cy="209550"/>
            </a:xfrm>
            <a:custGeom>
              <a:rect b="b" l="l" r="r" t="t"/>
              <a:pathLst>
                <a:path h="118" w="130">
                  <a:moveTo>
                    <a:pt x="47" y="118"/>
                  </a:moveTo>
                  <a:cubicBezTo>
                    <a:pt x="72" y="95"/>
                    <a:pt x="100" y="75"/>
                    <a:pt x="130" y="6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65" y="19"/>
                    <a:pt x="31" y="43"/>
                    <a:pt x="0" y="71"/>
                  </a:cubicBezTo>
                  <a:lnTo>
                    <a:pt x="47" y="118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false" flipV="false" rot="0">
              <a:off x="1430652" y="2527391"/>
              <a:ext cx="147600" cy="217488"/>
            </a:xfrm>
            <a:custGeom>
              <a:rect b="b" l="l" r="r" t="t"/>
              <a:pathLst>
                <a:path h="123" w="83">
                  <a:moveTo>
                    <a:pt x="66" y="123"/>
                  </a:moveTo>
                  <a:cubicBezTo>
                    <a:pt x="67" y="88"/>
                    <a:pt x="73" y="54"/>
                    <a:pt x="83" y="2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39"/>
                    <a:pt x="1" y="80"/>
                    <a:pt x="0" y="123"/>
                  </a:cubicBezTo>
                  <a:lnTo>
                    <a:pt x="66" y="123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flipH="false" flipV="false" rot="0">
              <a:off x="1430652" y="2789329"/>
              <a:ext cx="166645" cy="276225"/>
            </a:xfrm>
            <a:custGeom>
              <a:rect b="b" l="l" r="r" t="t"/>
              <a:pathLst>
                <a:path h="155" w="94">
                  <a:moveTo>
                    <a:pt x="0" y="0"/>
                  </a:moveTo>
                  <a:cubicBezTo>
                    <a:pt x="1" y="55"/>
                    <a:pt x="13" y="107"/>
                    <a:pt x="34" y="155"/>
                  </a:cubicBezTo>
                  <a:cubicBezTo>
                    <a:pt x="94" y="127"/>
                    <a:pt x="94" y="127"/>
                    <a:pt x="94" y="127"/>
                  </a:cubicBezTo>
                  <a:cubicBezTo>
                    <a:pt x="77" y="88"/>
                    <a:pt x="67" y="45"/>
                    <a:pt x="6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false" flipV="false" rot="0">
              <a:off x="2776504" y="2468654"/>
              <a:ext cx="165057" cy="276225"/>
            </a:xfrm>
            <a:custGeom>
              <a:rect b="b" l="l" r="r" t="t"/>
              <a:pathLst>
                <a:path h="156" w="93">
                  <a:moveTo>
                    <a:pt x="93" y="156"/>
                  </a:moveTo>
                  <a:cubicBezTo>
                    <a:pt x="92" y="101"/>
                    <a:pt x="80" y="48"/>
                    <a:pt x="59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68"/>
                    <a:pt x="26" y="111"/>
                    <a:pt x="28" y="156"/>
                  </a:cubicBezTo>
                  <a:lnTo>
                    <a:pt x="93" y="156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false" flipV="false" rot="0">
              <a:off x="2793961" y="2789329"/>
              <a:ext cx="147600" cy="217488"/>
            </a:xfrm>
            <a:custGeom>
              <a:rect b="b" l="l" r="r" t="t"/>
              <a:pathLst>
                <a:path h="122" w="83">
                  <a:moveTo>
                    <a:pt x="18" y="0"/>
                  </a:moveTo>
                  <a:cubicBezTo>
                    <a:pt x="17" y="34"/>
                    <a:pt x="10" y="68"/>
                    <a:pt x="0" y="100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75" y="84"/>
                    <a:pt x="82" y="42"/>
                    <a:pt x="83" y="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false" flipV="false" rot="17460000">
              <a:off x="2080908" y="2735821"/>
              <a:ext cx="325438" cy="322179"/>
            </a:xfrm>
            <a:custGeom>
              <a:rect b="b" l="l" r="r" t="t"/>
              <a:pathLst>
                <a:path h="182" w="183">
                  <a:moveTo>
                    <a:pt x="180" y="76"/>
                  </a:moveTo>
                  <a:cubicBezTo>
                    <a:pt x="183" y="101"/>
                    <a:pt x="175" y="128"/>
                    <a:pt x="157" y="147"/>
                  </a:cubicBezTo>
                  <a:cubicBezTo>
                    <a:pt x="124" y="181"/>
                    <a:pt x="69" y="182"/>
                    <a:pt x="35" y="150"/>
                  </a:cubicBezTo>
                  <a:cubicBezTo>
                    <a:pt x="1" y="117"/>
                    <a:pt x="0" y="62"/>
                    <a:pt x="33" y="28"/>
                  </a:cubicBezTo>
                  <a:cubicBezTo>
                    <a:pt x="52" y="9"/>
                    <a:pt x="78" y="0"/>
                    <a:pt x="103" y="3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42" y="55"/>
                    <a:pt x="37" y="74"/>
                    <a:pt x="39" y="92"/>
                  </a:cubicBezTo>
                  <a:cubicBezTo>
                    <a:pt x="40" y="105"/>
                    <a:pt x="46" y="118"/>
                    <a:pt x="56" y="128"/>
                  </a:cubicBezTo>
                  <a:cubicBezTo>
                    <a:pt x="67" y="138"/>
                    <a:pt x="80" y="143"/>
                    <a:pt x="94" y="143"/>
                  </a:cubicBezTo>
                  <a:cubicBezTo>
                    <a:pt x="111" y="145"/>
                    <a:pt x="130" y="139"/>
                    <a:pt x="145" y="120"/>
                  </a:cubicBezTo>
                  <a:cubicBezTo>
                    <a:pt x="180" y="76"/>
                    <a:pt x="180" y="76"/>
                    <a:pt x="180" y="76"/>
                  </a:cubicBezTo>
                  <a:close/>
                </a:path>
              </a:pathLst>
            </a:custGeom>
            <a:solidFill>
              <a:srgbClr val="2997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 flipH="false" flipV="false" rot="17460000">
              <a:off x="1828793" y="2349177"/>
              <a:ext cx="604838" cy="620551"/>
            </a:xfrm>
            <a:custGeom>
              <a:rect b="b" l="l" r="r" t="t"/>
              <a:pathLst>
                <a:path h="350" w="341">
                  <a:moveTo>
                    <a:pt x="341" y="11"/>
                  </a:moveTo>
                  <a:cubicBezTo>
                    <a:pt x="247" y="128"/>
                    <a:pt x="247" y="128"/>
                    <a:pt x="247" y="128"/>
                  </a:cubicBezTo>
                  <a:cubicBezTo>
                    <a:pt x="109" y="300"/>
                    <a:pt x="109" y="300"/>
                    <a:pt x="109" y="300"/>
                  </a:cubicBezTo>
                  <a:cubicBezTo>
                    <a:pt x="70" y="350"/>
                    <a:pt x="0" y="284"/>
                    <a:pt x="49" y="242"/>
                  </a:cubicBezTo>
                  <a:cubicBezTo>
                    <a:pt x="216" y="99"/>
                    <a:pt x="216" y="99"/>
                    <a:pt x="216" y="99"/>
                  </a:cubicBezTo>
                  <a:cubicBezTo>
                    <a:pt x="330" y="0"/>
                    <a:pt x="330" y="0"/>
                    <a:pt x="330" y="0"/>
                  </a:cubicBezTo>
                  <a:cubicBezTo>
                    <a:pt x="341" y="11"/>
                    <a:pt x="341" y="11"/>
                    <a:pt x="341" y="11"/>
                  </a:cubicBezTo>
                  <a:close/>
                </a:path>
              </a:pathLst>
            </a:custGeom>
            <a:solidFill>
              <a:srgbClr val="2997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 flipH="false" flipV="false" rot="0">
              <a:off x="9709116" y="2009866"/>
              <a:ext cx="274567" cy="166688"/>
            </a:xfrm>
            <a:custGeom>
              <a:rect b="b" l="l" r="r" t="t"/>
              <a:pathLst>
                <a:path h="94" w="155">
                  <a:moveTo>
                    <a:pt x="27" y="94"/>
                  </a:moveTo>
                  <a:cubicBezTo>
                    <a:pt x="67" y="77"/>
                    <a:pt x="110" y="68"/>
                    <a:pt x="155" y="66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0" y="2"/>
                    <a:pt x="48" y="14"/>
                    <a:pt x="0" y="35"/>
                  </a:cubicBezTo>
                  <a:lnTo>
                    <a:pt x="27" y="94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 flipH="false" flipV="false" rot="0">
              <a:off x="10247140" y="2065429"/>
              <a:ext cx="279328" cy="233363"/>
            </a:xfrm>
            <a:custGeom>
              <a:rect b="b" l="l" r="r" t="t"/>
              <a:pathLst>
                <a:path h="132" w="157">
                  <a:moveTo>
                    <a:pt x="0" y="61"/>
                  </a:moveTo>
                  <a:cubicBezTo>
                    <a:pt x="41" y="78"/>
                    <a:pt x="79" y="102"/>
                    <a:pt x="111" y="132"/>
                  </a:cubicBezTo>
                  <a:cubicBezTo>
                    <a:pt x="157" y="85"/>
                    <a:pt x="157" y="85"/>
                    <a:pt x="157" y="85"/>
                  </a:cubicBezTo>
                  <a:cubicBezTo>
                    <a:pt x="118" y="49"/>
                    <a:pt x="73" y="20"/>
                    <a:pt x="23" y="0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 flipH="false" flipV="false" rot="0">
              <a:off x="10028122" y="2009866"/>
              <a:ext cx="219018" cy="149225"/>
            </a:xfrm>
            <a:custGeom>
              <a:rect b="b" l="l" r="r" t="t"/>
              <a:pathLst>
                <a:path h="84" w="123">
                  <a:moveTo>
                    <a:pt x="0" y="66"/>
                  </a:moveTo>
                  <a:cubicBezTo>
                    <a:pt x="35" y="67"/>
                    <a:pt x="69" y="73"/>
                    <a:pt x="100" y="84"/>
                  </a:cubicBezTo>
                  <a:cubicBezTo>
                    <a:pt x="123" y="22"/>
                    <a:pt x="123" y="22"/>
                    <a:pt x="123" y="22"/>
                  </a:cubicBezTo>
                  <a:cubicBezTo>
                    <a:pt x="84" y="9"/>
                    <a:pt x="43" y="2"/>
                    <a:pt x="0" y="0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 flipH="false" flipV="false" rot="0">
              <a:off x="10474093" y="2247991"/>
              <a:ext cx="209496" cy="230188"/>
            </a:xfrm>
            <a:custGeom>
              <a:rect b="b" l="l" r="r" t="t"/>
              <a:pathLst>
                <a:path h="130" w="118">
                  <a:moveTo>
                    <a:pt x="46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23" y="71"/>
                    <a:pt x="43" y="99"/>
                    <a:pt x="58" y="130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99" y="65"/>
                    <a:pt x="75" y="30"/>
                    <a:pt x="46" y="0"/>
                  </a:cubicBez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 flipH="false" flipV="false" rot="0">
              <a:off x="9304409" y="2247991"/>
              <a:ext cx="233303" cy="279400"/>
            </a:xfrm>
            <a:custGeom>
              <a:rect b="b" l="l" r="r" t="t"/>
              <a:pathLst>
                <a:path h="157" w="132">
                  <a:moveTo>
                    <a:pt x="62" y="157"/>
                  </a:moveTo>
                  <a:cubicBezTo>
                    <a:pt x="78" y="115"/>
                    <a:pt x="103" y="78"/>
                    <a:pt x="132" y="46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49" y="38"/>
                    <a:pt x="20" y="84"/>
                    <a:pt x="0" y="134"/>
                  </a:cubicBezTo>
                  <a:lnTo>
                    <a:pt x="62" y="157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 flipH="false" flipV="false" rot="0">
              <a:off x="9486924" y="2089241"/>
              <a:ext cx="230128" cy="209550"/>
            </a:xfrm>
            <a:custGeom>
              <a:rect b="b" l="l" r="r" t="t"/>
              <a:pathLst>
                <a:path h="118" w="130">
                  <a:moveTo>
                    <a:pt x="47" y="118"/>
                  </a:moveTo>
                  <a:cubicBezTo>
                    <a:pt x="72" y="95"/>
                    <a:pt x="100" y="75"/>
                    <a:pt x="130" y="6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65" y="19"/>
                    <a:pt x="31" y="43"/>
                    <a:pt x="0" y="71"/>
                  </a:cubicBezTo>
                  <a:lnTo>
                    <a:pt x="47" y="118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 flipH="false" flipV="false" rot="0">
              <a:off x="9250448" y="2527391"/>
              <a:ext cx="147600" cy="217488"/>
            </a:xfrm>
            <a:custGeom>
              <a:rect b="b" l="l" r="r" t="t"/>
              <a:pathLst>
                <a:path h="123" w="83">
                  <a:moveTo>
                    <a:pt x="66" y="123"/>
                  </a:moveTo>
                  <a:cubicBezTo>
                    <a:pt x="67" y="88"/>
                    <a:pt x="73" y="54"/>
                    <a:pt x="83" y="2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39"/>
                    <a:pt x="1" y="80"/>
                    <a:pt x="0" y="123"/>
                  </a:cubicBezTo>
                  <a:lnTo>
                    <a:pt x="66" y="123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 flipH="false" flipV="false" rot="0">
              <a:off x="9250448" y="2789329"/>
              <a:ext cx="166645" cy="276225"/>
            </a:xfrm>
            <a:custGeom>
              <a:rect b="b" l="l" r="r" t="t"/>
              <a:pathLst>
                <a:path h="155" w="94">
                  <a:moveTo>
                    <a:pt x="0" y="0"/>
                  </a:moveTo>
                  <a:cubicBezTo>
                    <a:pt x="1" y="55"/>
                    <a:pt x="13" y="107"/>
                    <a:pt x="34" y="155"/>
                  </a:cubicBezTo>
                  <a:cubicBezTo>
                    <a:pt x="94" y="127"/>
                    <a:pt x="94" y="127"/>
                    <a:pt x="94" y="127"/>
                  </a:cubicBezTo>
                  <a:cubicBezTo>
                    <a:pt x="77" y="88"/>
                    <a:pt x="67" y="45"/>
                    <a:pt x="6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 flipH="false" flipV="false" rot="0">
              <a:off x="10596300" y="2468654"/>
              <a:ext cx="165057" cy="276225"/>
            </a:xfrm>
            <a:custGeom>
              <a:rect b="b" l="l" r="r" t="t"/>
              <a:pathLst>
                <a:path h="156" w="93">
                  <a:moveTo>
                    <a:pt x="93" y="156"/>
                  </a:moveTo>
                  <a:cubicBezTo>
                    <a:pt x="92" y="101"/>
                    <a:pt x="80" y="48"/>
                    <a:pt x="59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68"/>
                    <a:pt x="26" y="111"/>
                    <a:pt x="28" y="156"/>
                  </a:cubicBezTo>
                  <a:lnTo>
                    <a:pt x="93" y="156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 flipH="false" flipV="false" rot="0">
              <a:off x="10613757" y="2789329"/>
              <a:ext cx="147600" cy="217488"/>
            </a:xfrm>
            <a:custGeom>
              <a:rect b="b" l="l" r="r" t="t"/>
              <a:pathLst>
                <a:path h="122" w="83">
                  <a:moveTo>
                    <a:pt x="18" y="0"/>
                  </a:moveTo>
                  <a:cubicBezTo>
                    <a:pt x="17" y="34"/>
                    <a:pt x="10" y="68"/>
                    <a:pt x="0" y="100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75" y="84"/>
                    <a:pt x="82" y="42"/>
                    <a:pt x="83" y="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 flipH="false" flipV="false" rot="420000">
              <a:off x="9811813" y="2753638"/>
              <a:ext cx="325438" cy="322179"/>
            </a:xfrm>
            <a:custGeom>
              <a:rect b="b" l="l" r="r" t="t"/>
              <a:pathLst>
                <a:path h="182" w="183">
                  <a:moveTo>
                    <a:pt x="180" y="76"/>
                  </a:moveTo>
                  <a:cubicBezTo>
                    <a:pt x="183" y="101"/>
                    <a:pt x="175" y="128"/>
                    <a:pt x="157" y="147"/>
                  </a:cubicBezTo>
                  <a:cubicBezTo>
                    <a:pt x="124" y="181"/>
                    <a:pt x="69" y="182"/>
                    <a:pt x="35" y="150"/>
                  </a:cubicBezTo>
                  <a:cubicBezTo>
                    <a:pt x="1" y="117"/>
                    <a:pt x="0" y="62"/>
                    <a:pt x="33" y="28"/>
                  </a:cubicBezTo>
                  <a:cubicBezTo>
                    <a:pt x="52" y="9"/>
                    <a:pt x="78" y="0"/>
                    <a:pt x="103" y="3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42" y="55"/>
                    <a:pt x="37" y="74"/>
                    <a:pt x="39" y="92"/>
                  </a:cubicBezTo>
                  <a:cubicBezTo>
                    <a:pt x="40" y="105"/>
                    <a:pt x="46" y="118"/>
                    <a:pt x="56" y="128"/>
                  </a:cubicBezTo>
                  <a:cubicBezTo>
                    <a:pt x="67" y="138"/>
                    <a:pt x="80" y="143"/>
                    <a:pt x="94" y="143"/>
                  </a:cubicBezTo>
                  <a:cubicBezTo>
                    <a:pt x="111" y="145"/>
                    <a:pt x="130" y="139"/>
                    <a:pt x="145" y="120"/>
                  </a:cubicBezTo>
                  <a:cubicBezTo>
                    <a:pt x="180" y="76"/>
                    <a:pt x="180" y="76"/>
                    <a:pt x="180" y="76"/>
                  </a:cubicBezTo>
                  <a:close/>
                </a:path>
              </a:pathLst>
            </a:custGeom>
            <a:solidFill>
              <a:srgbClr val="2997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 flipH="false" flipV="false" rot="420000">
              <a:off x="9877054" y="2440067"/>
              <a:ext cx="604838" cy="620551"/>
            </a:xfrm>
            <a:custGeom>
              <a:rect b="b" l="l" r="r" t="t"/>
              <a:pathLst>
                <a:path h="350" w="341">
                  <a:moveTo>
                    <a:pt x="341" y="11"/>
                  </a:moveTo>
                  <a:cubicBezTo>
                    <a:pt x="247" y="128"/>
                    <a:pt x="247" y="128"/>
                    <a:pt x="247" y="128"/>
                  </a:cubicBezTo>
                  <a:cubicBezTo>
                    <a:pt x="109" y="300"/>
                    <a:pt x="109" y="300"/>
                    <a:pt x="109" y="300"/>
                  </a:cubicBezTo>
                  <a:cubicBezTo>
                    <a:pt x="70" y="350"/>
                    <a:pt x="0" y="284"/>
                    <a:pt x="49" y="242"/>
                  </a:cubicBezTo>
                  <a:cubicBezTo>
                    <a:pt x="216" y="99"/>
                    <a:pt x="216" y="99"/>
                    <a:pt x="216" y="99"/>
                  </a:cubicBezTo>
                  <a:cubicBezTo>
                    <a:pt x="330" y="0"/>
                    <a:pt x="330" y="0"/>
                    <a:pt x="330" y="0"/>
                  </a:cubicBezTo>
                  <a:cubicBezTo>
                    <a:pt x="341" y="11"/>
                    <a:pt x="341" y="11"/>
                    <a:pt x="341" y="11"/>
                  </a:cubicBezTo>
                  <a:close/>
                </a:path>
              </a:pathLst>
            </a:custGeom>
            <a:solidFill>
              <a:srgbClr val="2997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 flipH="false" flipV="false" rot="0">
              <a:off x="5799215" y="2009866"/>
              <a:ext cx="274567" cy="166688"/>
            </a:xfrm>
            <a:custGeom>
              <a:rect b="b" l="l" r="r" t="t"/>
              <a:pathLst>
                <a:path h="94" w="155">
                  <a:moveTo>
                    <a:pt x="27" y="94"/>
                  </a:moveTo>
                  <a:cubicBezTo>
                    <a:pt x="67" y="77"/>
                    <a:pt x="110" y="68"/>
                    <a:pt x="155" y="66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00" y="2"/>
                    <a:pt x="48" y="14"/>
                    <a:pt x="0" y="35"/>
                  </a:cubicBezTo>
                  <a:lnTo>
                    <a:pt x="27" y="94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 flipH="false" flipV="false" rot="0">
              <a:off x="6337238" y="2065429"/>
              <a:ext cx="279327" cy="233363"/>
            </a:xfrm>
            <a:custGeom>
              <a:rect b="b" l="l" r="r" t="t"/>
              <a:pathLst>
                <a:path h="132" w="157">
                  <a:moveTo>
                    <a:pt x="0" y="61"/>
                  </a:moveTo>
                  <a:cubicBezTo>
                    <a:pt x="41" y="78"/>
                    <a:pt x="79" y="102"/>
                    <a:pt x="111" y="132"/>
                  </a:cubicBezTo>
                  <a:cubicBezTo>
                    <a:pt x="157" y="85"/>
                    <a:pt x="157" y="85"/>
                    <a:pt x="157" y="85"/>
                  </a:cubicBezTo>
                  <a:cubicBezTo>
                    <a:pt x="118" y="49"/>
                    <a:pt x="73" y="20"/>
                    <a:pt x="23" y="0"/>
                  </a:cubicBezTo>
                  <a:lnTo>
                    <a:pt x="0" y="61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 flipH="false" flipV="false" rot="0">
              <a:off x="6118220" y="2009866"/>
              <a:ext cx="219018" cy="149225"/>
            </a:xfrm>
            <a:custGeom>
              <a:rect b="b" l="l" r="r" t="t"/>
              <a:pathLst>
                <a:path h="84" w="123">
                  <a:moveTo>
                    <a:pt x="0" y="66"/>
                  </a:moveTo>
                  <a:cubicBezTo>
                    <a:pt x="35" y="67"/>
                    <a:pt x="69" y="73"/>
                    <a:pt x="100" y="84"/>
                  </a:cubicBezTo>
                  <a:cubicBezTo>
                    <a:pt x="123" y="22"/>
                    <a:pt x="123" y="22"/>
                    <a:pt x="123" y="22"/>
                  </a:cubicBezTo>
                  <a:cubicBezTo>
                    <a:pt x="84" y="9"/>
                    <a:pt x="43" y="2"/>
                    <a:pt x="0" y="0"/>
                  </a:cubicBezTo>
                  <a:lnTo>
                    <a:pt x="0" y="66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 flipH="false" flipV="false" rot="0">
              <a:off x="6564191" y="2247991"/>
              <a:ext cx="209496" cy="230188"/>
            </a:xfrm>
            <a:custGeom>
              <a:rect b="b" l="l" r="r" t="t"/>
              <a:pathLst>
                <a:path h="130" w="118">
                  <a:moveTo>
                    <a:pt x="46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23" y="71"/>
                    <a:pt x="43" y="99"/>
                    <a:pt x="58" y="130"/>
                  </a:cubicBezTo>
                  <a:cubicBezTo>
                    <a:pt x="118" y="102"/>
                    <a:pt x="118" y="102"/>
                    <a:pt x="118" y="102"/>
                  </a:cubicBezTo>
                  <a:cubicBezTo>
                    <a:pt x="99" y="65"/>
                    <a:pt x="75" y="30"/>
                    <a:pt x="46" y="0"/>
                  </a:cubicBez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 flipH="false" flipV="false" rot="0">
              <a:off x="5394508" y="2247991"/>
              <a:ext cx="233302" cy="279400"/>
            </a:xfrm>
            <a:custGeom>
              <a:rect b="b" l="l" r="r" t="t"/>
              <a:pathLst>
                <a:path h="157" w="132">
                  <a:moveTo>
                    <a:pt x="62" y="157"/>
                  </a:moveTo>
                  <a:cubicBezTo>
                    <a:pt x="78" y="115"/>
                    <a:pt x="103" y="78"/>
                    <a:pt x="132" y="46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49" y="38"/>
                    <a:pt x="20" y="84"/>
                    <a:pt x="0" y="134"/>
                  </a:cubicBezTo>
                  <a:lnTo>
                    <a:pt x="62" y="157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 flipH="false" flipV="false" rot="0">
              <a:off x="5577022" y="2089241"/>
              <a:ext cx="230128" cy="209550"/>
            </a:xfrm>
            <a:custGeom>
              <a:rect b="b" l="l" r="r" t="t"/>
              <a:pathLst>
                <a:path h="118" w="130">
                  <a:moveTo>
                    <a:pt x="47" y="118"/>
                  </a:moveTo>
                  <a:cubicBezTo>
                    <a:pt x="72" y="95"/>
                    <a:pt x="100" y="75"/>
                    <a:pt x="130" y="6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65" y="19"/>
                    <a:pt x="31" y="43"/>
                    <a:pt x="0" y="71"/>
                  </a:cubicBezTo>
                  <a:lnTo>
                    <a:pt x="47" y="118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 flipH="false" flipV="false" rot="0">
              <a:off x="5340547" y="2527391"/>
              <a:ext cx="147600" cy="217488"/>
            </a:xfrm>
            <a:custGeom>
              <a:rect b="b" l="l" r="r" t="t"/>
              <a:pathLst>
                <a:path h="123" w="83">
                  <a:moveTo>
                    <a:pt x="66" y="123"/>
                  </a:moveTo>
                  <a:cubicBezTo>
                    <a:pt x="67" y="88"/>
                    <a:pt x="73" y="54"/>
                    <a:pt x="83" y="23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39"/>
                    <a:pt x="1" y="80"/>
                    <a:pt x="0" y="123"/>
                  </a:cubicBezTo>
                  <a:lnTo>
                    <a:pt x="66" y="123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H="false" flipV="false" rot="0">
              <a:off x="5340547" y="2789329"/>
              <a:ext cx="166645" cy="276225"/>
            </a:xfrm>
            <a:custGeom>
              <a:rect b="b" l="l" r="r" t="t"/>
              <a:pathLst>
                <a:path h="155" w="94">
                  <a:moveTo>
                    <a:pt x="0" y="0"/>
                  </a:moveTo>
                  <a:cubicBezTo>
                    <a:pt x="1" y="55"/>
                    <a:pt x="13" y="107"/>
                    <a:pt x="34" y="155"/>
                  </a:cubicBezTo>
                  <a:cubicBezTo>
                    <a:pt x="94" y="127"/>
                    <a:pt x="94" y="127"/>
                    <a:pt x="94" y="127"/>
                  </a:cubicBezTo>
                  <a:cubicBezTo>
                    <a:pt x="77" y="88"/>
                    <a:pt x="67" y="45"/>
                    <a:pt x="6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 flipH="false" flipV="false" rot="0">
              <a:off x="6686397" y="2468654"/>
              <a:ext cx="165057" cy="276225"/>
            </a:xfrm>
            <a:custGeom>
              <a:rect b="b" l="l" r="r" t="t"/>
              <a:pathLst>
                <a:path h="156" w="93">
                  <a:moveTo>
                    <a:pt x="93" y="156"/>
                  </a:moveTo>
                  <a:cubicBezTo>
                    <a:pt x="92" y="101"/>
                    <a:pt x="80" y="48"/>
                    <a:pt x="59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16" y="68"/>
                    <a:pt x="26" y="111"/>
                    <a:pt x="28" y="156"/>
                  </a:cubicBezTo>
                  <a:lnTo>
                    <a:pt x="93" y="156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 flipH="false" flipV="false" rot="0">
              <a:off x="6703854" y="2789329"/>
              <a:ext cx="147600" cy="217488"/>
            </a:xfrm>
            <a:custGeom>
              <a:rect b="b" l="l" r="r" t="t"/>
              <a:pathLst>
                <a:path h="122" w="83">
                  <a:moveTo>
                    <a:pt x="18" y="0"/>
                  </a:moveTo>
                  <a:cubicBezTo>
                    <a:pt x="17" y="34"/>
                    <a:pt x="10" y="68"/>
                    <a:pt x="0" y="100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75" y="84"/>
                    <a:pt x="82" y="42"/>
                    <a:pt x="83" y="0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778495">
                <a:alpha val="50196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 flipH="false" flipV="false" rot="20100000">
              <a:off x="5881263" y="2764771"/>
              <a:ext cx="325438" cy="322179"/>
            </a:xfrm>
            <a:custGeom>
              <a:rect b="b" l="l" r="r" t="t"/>
              <a:pathLst>
                <a:path h="182" w="183">
                  <a:moveTo>
                    <a:pt x="180" y="76"/>
                  </a:moveTo>
                  <a:cubicBezTo>
                    <a:pt x="183" y="101"/>
                    <a:pt x="175" y="128"/>
                    <a:pt x="157" y="147"/>
                  </a:cubicBezTo>
                  <a:cubicBezTo>
                    <a:pt x="124" y="181"/>
                    <a:pt x="69" y="182"/>
                    <a:pt x="35" y="150"/>
                  </a:cubicBezTo>
                  <a:cubicBezTo>
                    <a:pt x="1" y="117"/>
                    <a:pt x="0" y="62"/>
                    <a:pt x="33" y="28"/>
                  </a:cubicBezTo>
                  <a:cubicBezTo>
                    <a:pt x="52" y="9"/>
                    <a:pt x="78" y="0"/>
                    <a:pt x="103" y="3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42" y="55"/>
                    <a:pt x="37" y="74"/>
                    <a:pt x="39" y="92"/>
                  </a:cubicBezTo>
                  <a:cubicBezTo>
                    <a:pt x="40" y="105"/>
                    <a:pt x="46" y="118"/>
                    <a:pt x="56" y="128"/>
                  </a:cubicBezTo>
                  <a:cubicBezTo>
                    <a:pt x="67" y="138"/>
                    <a:pt x="80" y="143"/>
                    <a:pt x="94" y="143"/>
                  </a:cubicBezTo>
                  <a:cubicBezTo>
                    <a:pt x="111" y="145"/>
                    <a:pt x="130" y="139"/>
                    <a:pt x="145" y="120"/>
                  </a:cubicBezTo>
                  <a:cubicBezTo>
                    <a:pt x="180" y="76"/>
                    <a:pt x="180" y="76"/>
                    <a:pt x="180" y="76"/>
                  </a:cubicBezTo>
                  <a:close/>
                </a:path>
              </a:pathLst>
            </a:custGeom>
            <a:solidFill>
              <a:srgbClr val="2997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 flipH="false" flipV="false" rot="20100000">
              <a:off x="5825868" y="2366756"/>
              <a:ext cx="604838" cy="620551"/>
            </a:xfrm>
            <a:custGeom>
              <a:rect b="b" l="l" r="r" t="t"/>
              <a:pathLst>
                <a:path h="350" w="341">
                  <a:moveTo>
                    <a:pt x="341" y="11"/>
                  </a:moveTo>
                  <a:cubicBezTo>
                    <a:pt x="247" y="128"/>
                    <a:pt x="247" y="128"/>
                    <a:pt x="247" y="128"/>
                  </a:cubicBezTo>
                  <a:cubicBezTo>
                    <a:pt x="109" y="300"/>
                    <a:pt x="109" y="300"/>
                    <a:pt x="109" y="300"/>
                  </a:cubicBezTo>
                  <a:cubicBezTo>
                    <a:pt x="70" y="350"/>
                    <a:pt x="0" y="284"/>
                    <a:pt x="49" y="242"/>
                  </a:cubicBezTo>
                  <a:cubicBezTo>
                    <a:pt x="216" y="99"/>
                    <a:pt x="216" y="99"/>
                    <a:pt x="216" y="99"/>
                  </a:cubicBezTo>
                  <a:cubicBezTo>
                    <a:pt x="330" y="0"/>
                    <a:pt x="330" y="0"/>
                    <a:pt x="330" y="0"/>
                  </a:cubicBezTo>
                  <a:cubicBezTo>
                    <a:pt x="341" y="11"/>
                    <a:pt x="341" y="11"/>
                    <a:pt x="341" y="11"/>
                  </a:cubicBezTo>
                  <a:close/>
                </a:path>
              </a:pathLst>
            </a:custGeom>
            <a:solidFill>
              <a:srgbClr val="29977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TextBox 39"/>
            <p:cNvSpPr txBox="true"/>
            <p:nvPr/>
          </p:nvSpPr>
          <p:spPr>
            <a:xfrm flipH="false" flipV="false" rot="0">
              <a:off x="660400" y="1130300"/>
              <a:ext cx="10858500" cy="73034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权威研究与市场实践均证明了高效协作的巨大价值。</a:t>
              </a:r>
              <a:endParaRPr lang="en-US" sz="1100"/>
            </a:p>
          </p:txBody>
        </p:sp>
        <p:grpSp>
          <p:nvGrpSpPr>
            <p:cNvPr id="40" name="Group 40"/>
            <p:cNvGrpSpPr/>
            <p:nvPr/>
          </p:nvGrpSpPr>
          <p:grpSpPr>
            <a:xfrm flipH="false" flipV="false" rot="0">
              <a:off x="673100" y="3492500"/>
              <a:ext cx="3026004" cy="2641600"/>
              <a:chOff x="673100" y="3492500"/>
              <a:chExt cx="3026004" cy="2641600"/>
            </a:xfrm>
          </p:grpSpPr>
          <p:sp>
            <p:nvSpPr>
              <p:cNvPr id="41" name="TextBox 41"/>
              <p:cNvSpPr txBox="true"/>
              <p:nvPr/>
            </p:nvSpPr>
            <p:spPr>
              <a:xfrm flipH="false" flipV="false" rot="0">
                <a:off x="1101292" y="3492500"/>
                <a:ext cx="2169621" cy="694956"/>
              </a:xfrm>
              <a:prstGeom prst="roundRect">
                <a:avLst>
                  <a:gd fmla="val 50000" name="adj"/>
                </a:avLst>
              </a:prstGeom>
              <a:solidFill>
                <a:srgbClr val="29977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tru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42" name="TextBox 42"/>
              <p:cNvSpPr txBox="true"/>
              <p:nvPr/>
            </p:nvSpPr>
            <p:spPr>
              <a:xfrm flipH="false" flipV="false" rot="0">
                <a:off x="673100" y="4967767"/>
                <a:ext cx="3026004" cy="11663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盖洛普研究发现，员工敬业度排在前四分之一的团队，其生产力表现平均高出其他团队21%。</a:t>
                </a:r>
                <a:endParaRPr lang="en-US" sz="1100"/>
              </a:p>
            </p:txBody>
          </p:sp>
          <p:sp>
            <p:nvSpPr>
              <p:cNvPr id="43" name="TextBox 43"/>
              <p:cNvSpPr txBox="true"/>
              <p:nvPr/>
            </p:nvSpPr>
            <p:spPr>
              <a:xfrm flipH="false" flipV="false" rot="0">
                <a:off x="673100" y="4360862"/>
                <a:ext cx="3026004" cy="606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来自盖洛普的洞察</a:t>
                </a:r>
                <a:endParaRPr lang="en-US" sz="1100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 flipH="false" flipV="false" rot="0">
              <a:off x="4582998" y="3492500"/>
              <a:ext cx="3026004" cy="2641600"/>
              <a:chOff x="4582998" y="3492500"/>
              <a:chExt cx="3026004" cy="2641600"/>
            </a:xfrm>
          </p:grpSpPr>
          <p:sp>
            <p:nvSpPr>
              <p:cNvPr id="45" name="TextBox 45"/>
              <p:cNvSpPr txBox="true"/>
              <p:nvPr/>
            </p:nvSpPr>
            <p:spPr>
              <a:xfrm flipH="false" flipV="false" rot="0">
                <a:off x="5011190" y="3492500"/>
                <a:ext cx="2169621" cy="694956"/>
              </a:xfrm>
              <a:prstGeom prst="roundRect">
                <a:avLst>
                  <a:gd fmla="val 50000" name="adj"/>
                </a:avLst>
              </a:prstGeom>
              <a:solidFill>
                <a:srgbClr val="29977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tru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46" name="TextBox 46"/>
              <p:cNvSpPr txBox="true"/>
              <p:nvPr/>
            </p:nvSpPr>
            <p:spPr>
              <a:xfrm flipH="false" flipV="false" rot="0">
                <a:off x="4582998" y="4967767"/>
                <a:ext cx="3026004" cy="11663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麦肯锡报告显示，实施高度协作的跨职能团队，项目交付速度可提升高达50%。</a:t>
                </a:r>
                <a:endParaRPr lang="en-US" sz="1100"/>
              </a:p>
            </p:txBody>
          </p:sp>
          <p:sp>
            <p:nvSpPr>
              <p:cNvPr id="47" name="TextBox 47"/>
              <p:cNvSpPr txBox="true"/>
              <p:nvPr/>
            </p:nvSpPr>
            <p:spPr>
              <a:xfrm flipH="false" flipV="false" rot="0">
                <a:off x="4582998" y="4360862"/>
                <a:ext cx="3026004" cy="606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麦肯锡的实证分析</a:t>
                </a:r>
                <a:endParaRPr lang="en-US" sz="1100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 flipH="false" flipV="false" rot="0">
              <a:off x="8492896" y="3492500"/>
              <a:ext cx="3026004" cy="2641600"/>
              <a:chOff x="8492896" y="3492500"/>
              <a:chExt cx="3026004" cy="2641600"/>
            </a:xfrm>
          </p:grpSpPr>
          <p:sp>
            <p:nvSpPr>
              <p:cNvPr id="49" name="TextBox 49"/>
              <p:cNvSpPr txBox="true"/>
              <p:nvPr/>
            </p:nvSpPr>
            <p:spPr>
              <a:xfrm flipH="false" flipV="false" rot="0">
                <a:off x="8921088" y="3492500"/>
                <a:ext cx="2169621" cy="694956"/>
              </a:xfrm>
              <a:prstGeom prst="roundRect">
                <a:avLst>
                  <a:gd fmla="val 50000" name="adj"/>
                </a:avLst>
              </a:prstGeom>
              <a:solidFill>
                <a:srgbClr val="299777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tru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50" name="TextBox 50"/>
              <p:cNvSpPr txBox="true"/>
              <p:nvPr/>
            </p:nvSpPr>
            <p:spPr>
              <a:xfrm flipH="false" flipV="false" rot="0">
                <a:off x="8492896" y="4967767"/>
                <a:ext cx="3026004" cy="116633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在标普500指数成分股公司中，协作度高的企业其总市值增长率比同行业平均水平高出3.6倍。</a:t>
                </a:r>
                <a:endParaRPr lang="en-US" sz="1100"/>
              </a:p>
            </p:txBody>
          </p:sp>
          <p:sp>
            <p:nvSpPr>
              <p:cNvPr id="51" name="TextBox 51"/>
              <p:cNvSpPr txBox="true"/>
              <p:nvPr/>
            </p:nvSpPr>
            <p:spPr>
              <a:xfrm flipH="false" flipV="false" rot="0">
                <a:off x="8492896" y="4360862"/>
                <a:ext cx="3026004" cy="6069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市场表现关联性</a:t>
                </a:r>
                <a:endParaRPr lang="en-US" sz="1100"/>
              </a:p>
            </p:txBody>
          </p:sp>
        </p:grpSp>
      </p:grpSp>
      <p:sp>
        <p:nvSpPr>
          <p:cNvPr id="52" name="TextBox 52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数据见证效能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3a48a40-b061-4f3b-aa77-047ce9da92a1"/>
          <p:cNvGrpSpPr/>
          <p:nvPr/>
        </p:nvGrpSpPr>
        <p:grpSpPr>
          <a:xfrm flipH="false" flipV="false"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374923" y="5963248"/>
              <a:ext cx="772418" cy="772418"/>
            </a:xfrm>
            <a:prstGeom prst="blockArc">
              <a:avLst>
                <a:gd fmla="val 16332156" name="adj1"/>
                <a:gd fmla="val 18374817" name="adj2"/>
                <a:gd fmla="val 2995" name="adj3"/>
              </a:avLst>
            </a:prstGeom>
            <a:gradFill>
              <a:gsLst>
                <a:gs pos="0">
                  <a:srgbClr val="299777">
                    <a:alpha val="100000"/>
                    <a:lumMod val="75000"/>
                  </a:srgbClr>
                </a:gs>
                <a:gs pos="100000">
                  <a:srgbClr val="299777">
                    <a:alpha val="0"/>
                    <a:lumMod val="60000"/>
                    <a:lumOff val="40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252187" y="5840256"/>
              <a:ext cx="1014306" cy="1014306"/>
            </a:xfrm>
            <a:prstGeom prst="blockArc">
              <a:avLst>
                <a:gd fmla="val 18203787" name="adj1"/>
                <a:gd fmla="val 7086954" name="adj2"/>
                <a:gd fmla="val 3223" name="adj3"/>
              </a:avLst>
            </a:prstGeom>
            <a:gradFill>
              <a:gsLst>
                <a:gs pos="0">
                  <a:srgbClr val="299777">
                    <a:alpha val="20000"/>
                    <a:lumMod val="75000"/>
                  </a:srgbClr>
                </a:gs>
                <a:gs pos="33000">
                  <a:srgbClr val="299777">
                    <a:alpha val="100000"/>
                    <a:lumMod val="75000"/>
                  </a:srgbClr>
                </a:gs>
                <a:gs pos="57999">
                  <a:srgbClr val="DFBD03">
                    <a:alpha val="100000"/>
                  </a:srgbClr>
                </a:gs>
                <a:gs pos="74000">
                  <a:srgbClr val="299777">
                    <a:alpha val="60000"/>
                  </a:srgbClr>
                </a:gs>
                <a:gs pos="100000">
                  <a:srgbClr val="299777">
                    <a:alpha val="40000"/>
                    <a:lumMod val="75000"/>
                  </a:srgbClr>
                </a:gs>
              </a:gsLst>
              <a:lin ang="135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253979" y="5842304"/>
              <a:ext cx="1014306" cy="1014306"/>
            </a:xfrm>
            <a:prstGeom prst="blockArc">
              <a:avLst>
                <a:gd fmla="val 12453890" name="adj1"/>
                <a:gd fmla="val 17457875" name="adj2"/>
                <a:gd fmla="val 2757" name="adj3"/>
              </a:avLst>
            </a:prstGeom>
            <a:solidFill>
              <a:srgbClr val="299777">
                <a:alpha val="60000"/>
                <a:lumMod val="5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255293" y="5843694"/>
              <a:ext cx="1014306" cy="1014306"/>
            </a:xfrm>
            <a:prstGeom prst="blockArc">
              <a:avLst>
                <a:gd fmla="val 9509180" name="adj1"/>
                <a:gd fmla="val 11648877" name="adj2"/>
                <a:gd fmla="val 3027" name="adj3"/>
              </a:avLst>
            </a:prstGeom>
            <a:gradFill>
              <a:gsLst>
                <a:gs pos="0">
                  <a:srgbClr val="299777">
                    <a:alpha val="100000"/>
                    <a:lumMod val="75000"/>
                  </a:srgbClr>
                </a:gs>
                <a:gs pos="50999">
                  <a:srgbClr val="299777">
                    <a:alpha val="0"/>
                    <a:lumMod val="60000"/>
                    <a:lumOff val="40000"/>
                  </a:srgbClr>
                </a:gs>
                <a:gs pos="100000">
                  <a:srgbClr val="299777">
                    <a:alpha val="100000"/>
                    <a:lumMod val="7500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137931" y="5952562"/>
              <a:ext cx="170595" cy="793795"/>
            </a:xfrm>
            <a:custGeom>
              <a:rect b="b" l="l" r="r" t="t"/>
              <a:pathLst>
                <a:path h="5116597" w="1099608">
                  <a:moveTo>
                    <a:pt x="919063" y="0"/>
                  </a:moveTo>
                  <a:lnTo>
                    <a:pt x="1082640" y="135685"/>
                  </a:lnTo>
                  <a:cubicBezTo>
                    <a:pt x="-83881" y="1542021"/>
                    <a:pt x="-76736" y="3581642"/>
                    <a:pt x="1099608" y="4979772"/>
                  </a:cubicBezTo>
                  <a:lnTo>
                    <a:pt x="936985" y="5116597"/>
                  </a:lnTo>
                  <a:cubicBezTo>
                    <a:pt x="-305536" y="3639814"/>
                    <a:pt x="-313082" y="1485451"/>
                    <a:pt x="919063" y="0"/>
                  </a:cubicBezTo>
                  <a:close/>
                </a:path>
              </a:pathLst>
            </a:custGeom>
            <a:gradFill>
              <a:gsLst>
                <a:gs pos="0">
                  <a:srgbClr val="299777">
                    <a:alpha val="20000"/>
                    <a:lumMod val="75000"/>
                  </a:srgbClr>
                </a:gs>
                <a:gs pos="50000">
                  <a:srgbClr val="299777">
                    <a:alpha val="100000"/>
                    <a:lumMod val="50000"/>
                  </a:srgbClr>
                </a:gs>
                <a:gs pos="100000">
                  <a:srgbClr val="299777">
                    <a:alpha val="40000"/>
                    <a:lumMod val="7500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false" flipV="false" rot="0">
              <a:off x="1016702" y="5810250"/>
              <a:ext cx="230023" cy="171884"/>
            </a:xfrm>
            <a:custGeom>
              <a:rect b="b" l="l" r="r" t="t"/>
              <a:pathLst>
                <a:path h="1107922" w="1482668">
                  <a:moveTo>
                    <a:pt x="983" y="0"/>
                  </a:moveTo>
                  <a:lnTo>
                    <a:pt x="377888" y="0"/>
                  </a:lnTo>
                  <a:lnTo>
                    <a:pt x="429085" y="30129"/>
                  </a:lnTo>
                  <a:cubicBezTo>
                    <a:pt x="766385" y="240107"/>
                    <a:pt x="1070725" y="499471"/>
                    <a:pt x="1331801" y="799809"/>
                  </a:cubicBezTo>
                  <a:lnTo>
                    <a:pt x="1447347" y="940652"/>
                  </a:lnTo>
                  <a:lnTo>
                    <a:pt x="1454835" y="945701"/>
                  </a:lnTo>
                  <a:lnTo>
                    <a:pt x="1470271" y="968596"/>
                  </a:lnTo>
                  <a:lnTo>
                    <a:pt x="1476208" y="975832"/>
                  </a:lnTo>
                  <a:lnTo>
                    <a:pt x="1475324" y="976517"/>
                  </a:lnTo>
                  <a:lnTo>
                    <a:pt x="1482668" y="1012895"/>
                  </a:lnTo>
                  <a:cubicBezTo>
                    <a:pt x="1482668" y="1065377"/>
                    <a:pt x="1440123" y="1107922"/>
                    <a:pt x="1387641" y="1107922"/>
                  </a:cubicBezTo>
                  <a:cubicBezTo>
                    <a:pt x="1374521" y="1107922"/>
                    <a:pt x="1362021" y="1105263"/>
                    <a:pt x="1350652" y="1100455"/>
                  </a:cubicBezTo>
                  <a:lnTo>
                    <a:pt x="1331677" y="1087661"/>
                  </a:lnTo>
                  <a:lnTo>
                    <a:pt x="1330717" y="1088403"/>
                  </a:lnTo>
                  <a:lnTo>
                    <a:pt x="1328166" y="1085294"/>
                  </a:lnTo>
                  <a:lnTo>
                    <a:pt x="1320447" y="1080089"/>
                  </a:lnTo>
                  <a:lnTo>
                    <a:pt x="1304534" y="1056487"/>
                  </a:lnTo>
                  <a:lnTo>
                    <a:pt x="1192967" y="920494"/>
                  </a:lnTo>
                  <a:cubicBezTo>
                    <a:pt x="860912" y="538504"/>
                    <a:pt x="455492" y="226000"/>
                    <a:pt x="0" y="1998"/>
                  </a:cubicBezTo>
                  <a:close/>
                </a:path>
              </a:pathLst>
            </a:custGeom>
            <a:gradFill>
              <a:gsLst>
                <a:gs pos="0">
                  <a:srgbClr val="299777">
                    <a:alpha val="0"/>
                    <a:lumMod val="75000"/>
                  </a:srgbClr>
                </a:gs>
                <a:gs pos="100000">
                  <a:srgbClr val="299777">
                    <a:alpha val="100000"/>
                    <a:lumMod val="7500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false" flipV="false" rot="0">
              <a:off x="0" y="5810250"/>
              <a:ext cx="276756" cy="952290"/>
            </a:xfrm>
            <a:custGeom>
              <a:rect b="b" l="l" r="r" t="t"/>
              <a:pathLst>
                <a:path h="6138210" w="1783897">
                  <a:moveTo>
                    <a:pt x="1462088" y="0"/>
                  </a:moveTo>
                  <a:lnTo>
                    <a:pt x="1783897" y="0"/>
                  </a:lnTo>
                  <a:lnTo>
                    <a:pt x="1553858" y="208242"/>
                  </a:lnTo>
                  <a:cubicBezTo>
                    <a:pt x="12013" y="1744438"/>
                    <a:pt x="-238049" y="4188409"/>
                    <a:pt x="1018696" y="6015686"/>
                  </a:cubicBezTo>
                  <a:lnTo>
                    <a:pt x="840548" y="6138210"/>
                  </a:lnTo>
                  <a:cubicBezTo>
                    <a:pt x="-475829" y="4224230"/>
                    <a:pt x="-213902" y="1664294"/>
                    <a:pt x="1401103" y="55206"/>
                  </a:cubicBezTo>
                  <a:close/>
                </a:path>
              </a:pathLst>
            </a:custGeom>
            <a:gradFill>
              <a:gsLst>
                <a:gs pos="0">
                  <a:srgbClr val="299777">
                    <a:alpha val="20000"/>
                    <a:lumMod val="75000"/>
                  </a:srgbClr>
                </a:gs>
                <a:gs pos="40999">
                  <a:srgbClr val="299777">
                    <a:alpha val="50196"/>
                    <a:lumMod val="60000"/>
                    <a:lumOff val="40000"/>
                  </a:srgbClr>
                </a:gs>
                <a:gs pos="97777">
                  <a:srgbClr val="299777">
                    <a:alpha val="0"/>
                    <a:lumMod val="7500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flipH="false" flipV="false" rot="0">
              <a:off x="1254507" y="5810250"/>
              <a:ext cx="180703" cy="179677"/>
            </a:xfrm>
            <a:custGeom>
              <a:rect b="b" l="l" r="r" t="t"/>
              <a:pathLst>
                <a:path h="1158151" w="1164762">
                  <a:moveTo>
                    <a:pt x="0" y="0"/>
                  </a:moveTo>
                  <a:lnTo>
                    <a:pt x="348930" y="0"/>
                  </a:lnTo>
                  <a:lnTo>
                    <a:pt x="363234" y="13301"/>
                  </a:lnTo>
                  <a:cubicBezTo>
                    <a:pt x="675738" y="317488"/>
                    <a:pt x="945579" y="663562"/>
                    <a:pt x="1164762" y="1042173"/>
                  </a:cubicBezTo>
                  <a:lnTo>
                    <a:pt x="964423" y="1158151"/>
                  </a:lnTo>
                  <a:cubicBezTo>
                    <a:pt x="755870" y="797902"/>
                    <a:pt x="499117" y="468613"/>
                    <a:pt x="201770" y="179179"/>
                  </a:cubicBezTo>
                  <a:close/>
                </a:path>
              </a:pathLst>
            </a:custGeom>
            <a:gradFill>
              <a:gsLst>
                <a:gs pos="0">
                  <a:srgbClr val="299777">
                    <a:alpha val="70196"/>
                    <a:lumMod val="75000"/>
                  </a:srgbClr>
                </a:gs>
                <a:gs pos="100000">
                  <a:srgbClr val="299777">
                    <a:alpha val="0"/>
                    <a:lumMod val="7500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false" flipV="false" rot="0">
              <a:off x="1372607" y="6413772"/>
              <a:ext cx="158334" cy="350181"/>
            </a:xfrm>
            <a:custGeom>
              <a:rect b="b" l="l" r="r" t="t"/>
              <a:pathLst>
                <a:path h="2257175" w="1020578">
                  <a:moveTo>
                    <a:pt x="786894" y="0"/>
                  </a:moveTo>
                  <a:lnTo>
                    <a:pt x="1020578" y="24105"/>
                  </a:lnTo>
                  <a:cubicBezTo>
                    <a:pt x="937818" y="826435"/>
                    <a:pt x="653078" y="1594707"/>
                    <a:pt x="192948" y="2257175"/>
                  </a:cubicBezTo>
                  <a:lnTo>
                    <a:pt x="0" y="2123158"/>
                  </a:lnTo>
                  <a:cubicBezTo>
                    <a:pt x="437482" y="1493297"/>
                    <a:pt x="708208" y="762840"/>
                    <a:pt x="786894" y="0"/>
                  </a:cubicBezTo>
                  <a:close/>
                </a:path>
              </a:pathLst>
            </a:custGeom>
            <a:gradFill>
              <a:gsLst>
                <a:gs pos="0">
                  <a:srgbClr val="DFBD03">
                    <a:alpha val="20000"/>
                  </a:srgbClr>
                </a:gs>
                <a:gs pos="100000">
                  <a:srgbClr val="299777">
                    <a:alpha val="100000"/>
                    <a:lumMod val="7500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false" flipV="false" rot="0">
              <a:off x="429735" y="6103274"/>
              <a:ext cx="713481" cy="630349"/>
            </a:xfrm>
            <a:custGeom>
              <a:rect b="b" l="l" r="r" t="t"/>
              <a:pathLst>
                <a:path h="4063063" w="4598909">
                  <a:moveTo>
                    <a:pt x="4038416" y="0"/>
                  </a:moveTo>
                  <a:cubicBezTo>
                    <a:pt x="4622000" y="715350"/>
                    <a:pt x="4761779" y="1694917"/>
                    <a:pt x="4401568" y="2544942"/>
                  </a:cubicBezTo>
                  <a:cubicBezTo>
                    <a:pt x="4041356" y="3394967"/>
                    <a:pt x="3240313" y="3975846"/>
                    <a:pt x="2320436" y="4054080"/>
                  </a:cubicBezTo>
                  <a:cubicBezTo>
                    <a:pt x="1400558" y="4132314"/>
                    <a:pt x="512924" y="3695056"/>
                    <a:pt x="14337" y="2918071"/>
                  </a:cubicBezTo>
                  <a:lnTo>
                    <a:pt x="15676" y="2917212"/>
                  </a:lnTo>
                  <a:lnTo>
                    <a:pt x="7468" y="2905037"/>
                  </a:lnTo>
                  <a:cubicBezTo>
                    <a:pt x="2659" y="2893668"/>
                    <a:pt x="0" y="2881169"/>
                    <a:pt x="0" y="2868048"/>
                  </a:cubicBezTo>
                  <a:cubicBezTo>
                    <a:pt x="0" y="2815566"/>
                    <a:pt x="42545" y="2773021"/>
                    <a:pt x="95027" y="2773021"/>
                  </a:cubicBezTo>
                  <a:cubicBezTo>
                    <a:pt x="134389" y="2773021"/>
                    <a:pt x="168161" y="2796953"/>
                    <a:pt x="182586" y="2831059"/>
                  </a:cubicBezTo>
                  <a:lnTo>
                    <a:pt x="182830" y="2832264"/>
                  </a:lnTo>
                  <a:lnTo>
                    <a:pt x="262721" y="2947799"/>
                  </a:lnTo>
                  <a:cubicBezTo>
                    <a:pt x="735889" y="3583950"/>
                    <a:pt x="1507115" y="3935074"/>
                    <a:pt x="2304545" y="3867253"/>
                  </a:cubicBezTo>
                  <a:cubicBezTo>
                    <a:pt x="3155137" y="3794911"/>
                    <a:pt x="3895846" y="3257785"/>
                    <a:pt x="4228926" y="2471784"/>
                  </a:cubicBezTo>
                  <a:cubicBezTo>
                    <a:pt x="4562006" y="1685783"/>
                    <a:pt x="4432755" y="779997"/>
                    <a:pt x="3893127" y="118527"/>
                  </a:cubicBezTo>
                  <a:close/>
                </a:path>
              </a:pathLst>
            </a:custGeom>
            <a:gradFill>
              <a:gsLst>
                <a:gs pos="0">
                  <a:srgbClr val="299777">
                    <a:alpha val="100000"/>
                    <a:lumMod val="75000"/>
                  </a:srgbClr>
                </a:gs>
                <a:gs pos="18999">
                  <a:srgbClr val="299777">
                    <a:alpha val="0"/>
                    <a:lumMod val="60000"/>
                    <a:lumOff val="40000"/>
                  </a:srgbClr>
                </a:gs>
                <a:gs pos="100000">
                  <a:srgbClr val="299777">
                    <a:alpha val="100000"/>
                    <a:lumMod val="75000"/>
                  </a:srgbClr>
                </a:gs>
              </a:gsLst>
              <a:lin ang="108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false" flipV="false" rot="0">
              <a:off x="1136292" y="6289939"/>
              <a:ext cx="240685" cy="535329"/>
            </a:xfrm>
            <a:custGeom>
              <a:rect b="b" l="l" r="r" t="t"/>
              <a:pathLst>
                <a:path h="3450590" w="1551392">
                  <a:moveTo>
                    <a:pt x="1443442" y="0"/>
                  </a:moveTo>
                  <a:cubicBezTo>
                    <a:pt x="1483329" y="0"/>
                    <a:pt x="1517553" y="23932"/>
                    <a:pt x="1532171" y="58038"/>
                  </a:cubicBezTo>
                  <a:lnTo>
                    <a:pt x="1539304" y="92901"/>
                  </a:lnTo>
                  <a:lnTo>
                    <a:pt x="1540097" y="92841"/>
                  </a:lnTo>
                  <a:cubicBezTo>
                    <a:pt x="1636667" y="1374769"/>
                    <a:pt x="1109717" y="2624708"/>
                    <a:pt x="124535" y="3450590"/>
                  </a:cubicBezTo>
                  <a:lnTo>
                    <a:pt x="0" y="3302032"/>
                  </a:lnTo>
                  <a:cubicBezTo>
                    <a:pt x="937322" y="2516271"/>
                    <a:pt x="1438672" y="1327055"/>
                    <a:pt x="1346793" y="107403"/>
                  </a:cubicBezTo>
                  <a:lnTo>
                    <a:pt x="1349633" y="107189"/>
                  </a:lnTo>
                  <a:lnTo>
                    <a:pt x="1347145" y="95027"/>
                  </a:lnTo>
                  <a:cubicBezTo>
                    <a:pt x="1347145" y="42545"/>
                    <a:pt x="1390259" y="0"/>
                    <a:pt x="1443442" y="0"/>
                  </a:cubicBezTo>
                  <a:close/>
                </a:path>
              </a:pathLst>
            </a:custGeom>
            <a:gradFill>
              <a:gsLst>
                <a:gs pos="0">
                  <a:srgbClr val="299777">
                    <a:alpha val="100000"/>
                    <a:lumMod val="75000"/>
                  </a:srgbClr>
                </a:gs>
                <a:gs pos="100000">
                  <a:srgbClr val="299777">
                    <a:alpha val="14901"/>
                    <a:lumMod val="75000"/>
                  </a:srgbClr>
                </a:gs>
              </a:gsLst>
              <a:lin ang="54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14" name="TextBox 14"/>
            <p:cNvSpPr txBox="true"/>
            <p:nvPr/>
          </p:nvSpPr>
          <p:spPr>
            <a:xfrm flipH="false" flipV="false" rot="0">
              <a:off x="660399" y="1130300"/>
              <a:ext cx="6423110" cy="1044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成功的企业无一不是高效协作的典范。</a:t>
              </a:r>
              <a:endParaRPr lang="en-US" sz="1100"/>
            </a:p>
          </p:txBody>
        </p:sp>
        <p:grpSp>
          <p:nvGrpSpPr>
            <p:cNvPr id="15" name="Group 15"/>
            <p:cNvGrpSpPr/>
            <p:nvPr/>
          </p:nvGrpSpPr>
          <p:grpSpPr>
            <a:xfrm flipH="false" flipV="false" rot="0">
              <a:off x="660399" y="0"/>
              <a:ext cx="11531601" cy="6858000"/>
              <a:chOff x="660399" y="0"/>
              <a:chExt cx="11531601" cy="6858000"/>
            </a:xfrm>
          </p:grpSpPr>
          <p:sp>
            <p:nvSpPr>
              <p:cNvPr id="16" name="AutoShape 16"/>
              <p:cNvSpPr/>
              <p:nvPr/>
            </p:nvSpPr>
            <p:spPr>
              <a:xfrm flipH="false" flipV="false" rot="0">
                <a:off x="7317270" y="0"/>
                <a:ext cx="4874730" cy="6858000"/>
              </a:xfrm>
              <a:custGeom>
                <a:rect b="b" l="l" r="r" t="t"/>
                <a:pathLst>
                  <a:path h="6858000" w="4874730">
                    <a:moveTo>
                      <a:pt x="1738033" y="0"/>
                    </a:moveTo>
                    <a:lnTo>
                      <a:pt x="4874730" y="0"/>
                    </a:lnTo>
                    <a:lnTo>
                      <a:pt x="4874730" y="6858000"/>
                    </a:lnTo>
                    <a:lnTo>
                      <a:pt x="2061240" y="6858000"/>
                    </a:lnTo>
                    <a:lnTo>
                      <a:pt x="1952495" y="6795473"/>
                    </a:lnTo>
                    <a:cubicBezTo>
                      <a:pt x="781929" y="6084220"/>
                      <a:pt x="0" y="4797047"/>
                      <a:pt x="0" y="3327244"/>
                    </a:cubicBezTo>
                    <a:cubicBezTo>
                      <a:pt x="0" y="1997423"/>
                      <a:pt x="640082" y="817101"/>
                      <a:pt x="1628962" y="77562"/>
                    </a:cubicBezTo>
                    <a:close/>
                  </a:path>
                </a:pathLst>
              </a:custGeom>
              <a:blipFill rotWithShape="true">
                <a:blip r:embed="rId2">
                  <a:alphaModFix amt="100000"/>
                  <a:alphaModFix amt="100000"/>
                </a:blip>
                <a:stretch>
                  <a:fillRect b="0" l="0" r="0" t="0"/>
                </a:stretch>
              </a:blip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660399" y="2750850"/>
                <a:ext cx="3041101" cy="9216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案例一：谷歌的亚里士多德计划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0">
                <a:off x="660399" y="3672499"/>
                <a:ext cx="3041101" cy="15612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谷歌通过大规模研究发现，团队成功的关键并非成员背景或智商，而是团队内的心理安全感、结构清晰度和意义感，这些都源于良好的协作氛围。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flipH="false" flipV="false" rot="0">
              <a:off x="4042407" y="2750850"/>
              <a:ext cx="3041101" cy="2482849"/>
              <a:chOff x="4042407" y="2750850"/>
              <a:chExt cx="3041101" cy="2482849"/>
            </a:xfrm>
          </p:grpSpPr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4042407" y="2750850"/>
                <a:ext cx="3041101" cy="9216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案例二：微软的文化转型</a:t>
                </a:r>
                <a:endParaRPr lang="en-US" sz="1100"/>
              </a:p>
            </p:txBody>
          </p:sp>
          <p:sp>
            <p:nvSpPr>
              <p:cNvPr id="21" name="TextBox 21"/>
              <p:cNvSpPr txBox="true"/>
              <p:nvPr/>
            </p:nvSpPr>
            <p:spPr>
              <a:xfrm flipH="false" flipV="false" rot="0">
                <a:off x="4042407" y="3672499"/>
                <a:ext cx="3041101" cy="15612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萨提亚·纳德拉上任后，大力推行“成长型思维”和“一个微软”文化，打破内部壁垒，强调团队协作与共赢，成功引领了微软的再度崛起。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经典案例剖析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2708041" y="2355689"/>
            <a:ext cx="6763218" cy="10792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诊断协作困境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2708041" y="3446742"/>
            <a:ext cx="6763218" cy="167748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正视团队协作中可能遇到的障碍与挑战，是迈向高效的第一步。本章将深入剖析常见的协作困境及其深层原因。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ec74a41-f674-482d-8171-837be4dc300d"/>
          <p:cNvGrpSpPr/>
          <p:nvPr/>
        </p:nvGrpSpPr>
        <p:grpSpPr>
          <a:xfrm flipH="false" flipV="false" rot="0">
            <a:off x="660400" y="1130300"/>
            <a:ext cx="10947400" cy="4999038"/>
            <a:chOff x="660400" y="1130300"/>
            <a:chExt cx="10947400" cy="4999038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673100" y="3087762"/>
              <a:ext cx="10934700" cy="809625"/>
            </a:xfrm>
            <a:prstGeom prst="trapezoid">
              <a:avLst>
                <a:gd fmla="val 308530" name="adj"/>
              </a:avLst>
            </a:prstGeom>
            <a:solidFill>
              <a:srgbClr val="778495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1856810" y="3826706"/>
              <a:ext cx="141362" cy="141362"/>
            </a:xfrm>
            <a:prstGeom prst="ellipse">
              <a:avLst/>
            </a:prstGeom>
            <a:solidFill>
              <a:srgbClr val="2F2F2F">
                <a:alpha val="100000"/>
                <a:lumMod val="50000"/>
                <a:lumOff val="50000"/>
              </a:srgbClr>
            </a:solidFill>
            <a:ln w="381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false" rot="0">
              <a:off x="4635816" y="3826706"/>
              <a:ext cx="141362" cy="141362"/>
            </a:xfrm>
            <a:prstGeom prst="ellipse">
              <a:avLst/>
            </a:prstGeom>
            <a:solidFill>
              <a:srgbClr val="2F2F2F">
                <a:alpha val="100000"/>
                <a:lumMod val="50000"/>
                <a:lumOff val="50000"/>
              </a:srgbClr>
            </a:solidFill>
            <a:ln w="381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7414822" y="3826706"/>
              <a:ext cx="141362" cy="141362"/>
            </a:xfrm>
            <a:prstGeom prst="ellipse">
              <a:avLst/>
            </a:prstGeom>
            <a:solidFill>
              <a:srgbClr val="299777">
                <a:alpha val="100000"/>
              </a:srgbClr>
            </a:solidFill>
            <a:ln w="381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false" rot="0">
              <a:off x="10193828" y="3826706"/>
              <a:ext cx="141362" cy="141362"/>
            </a:xfrm>
            <a:prstGeom prst="ellipse">
              <a:avLst/>
            </a:prstGeom>
            <a:solidFill>
              <a:srgbClr val="2F2F2F">
                <a:alpha val="100000"/>
                <a:lumMod val="50000"/>
                <a:lumOff val="50000"/>
              </a:srgbClr>
            </a:solidFill>
            <a:ln w="381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TextBox 8"/>
            <p:cNvSpPr txBox="true"/>
            <p:nvPr/>
          </p:nvSpPr>
          <p:spPr>
            <a:xfrm flipH="false" flipV="false" rot="0"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即使是最优秀的团队，也可能陷入协作的陷阱。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flipH="false" flipV="false" rot="0">
              <a:off x="673100" y="2210232"/>
              <a:ext cx="3925813" cy="3919106"/>
              <a:chOff x="673100" y="2210232"/>
              <a:chExt cx="3925813" cy="3919106"/>
            </a:xfrm>
          </p:grpSpPr>
          <p:sp>
            <p:nvSpPr>
              <p:cNvPr id="10" name="TextBox 10"/>
              <p:cNvSpPr txBox="true"/>
              <p:nvPr/>
            </p:nvSpPr>
            <p:spPr>
              <a:xfrm flipH="true" flipV="false" rot="0">
                <a:off x="3191053" y="2210232"/>
                <a:ext cx="1407860" cy="810136"/>
              </a:xfrm>
              <a:prstGeom prst="rect">
                <a:avLst/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4000">
                    <a:ln/>
                    <a:solidFill>
                      <a:srgbClr val="778495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673100" y="4032702"/>
                <a:ext cx="2508782" cy="6249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沟通壁垒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673100" y="4657620"/>
                <a:ext cx="2508782" cy="14717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信息在传递过程中出现失真或延迟，导致团队成员间产生误解与猜疑。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3452106" y="2209800"/>
              <a:ext cx="2616663" cy="3919538"/>
              <a:chOff x="3452106" y="2209800"/>
              <a:chExt cx="2616663" cy="3919538"/>
            </a:xfrm>
          </p:grpSpPr>
          <p:sp>
            <p:nvSpPr>
              <p:cNvPr id="14" name="TextBox 14"/>
              <p:cNvSpPr txBox="true"/>
              <p:nvPr/>
            </p:nvSpPr>
            <p:spPr>
              <a:xfrm flipH="true" flipV="false" rot="0">
                <a:off x="4660908" y="2209800"/>
                <a:ext cx="1407861" cy="809626"/>
              </a:xfrm>
              <a:prstGeom prst="rect">
                <a:avLst/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4000">
                    <a:ln/>
                    <a:solidFill>
                      <a:srgbClr val="778495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3452106" y="4032702"/>
                <a:ext cx="2508782" cy="6249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目标分歧</a:t>
                </a:r>
                <a:endParaRPr lang="en-US" sz="1100"/>
              </a:p>
            </p:txBody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3452106" y="4657620"/>
                <a:ext cx="2508782" cy="14717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团队成员对最终目标的理解不一致，导致努力方向分散，无法形成合力。</a:t>
                </a:r>
                <a:endParaRPr lang="en-US" sz="11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flipH="false" flipV="false" rot="0">
              <a:off x="6130764" y="2209800"/>
              <a:ext cx="2609130" cy="3919538"/>
              <a:chOff x="6130764" y="2209800"/>
              <a:chExt cx="2609130" cy="3919538"/>
            </a:xfrm>
          </p:grpSpPr>
          <p:sp>
            <p:nvSpPr>
              <p:cNvPr id="18" name="TextBox 18"/>
              <p:cNvSpPr txBox="true"/>
              <p:nvPr/>
            </p:nvSpPr>
            <p:spPr>
              <a:xfrm flipH="true" flipV="false" rot="0">
                <a:off x="6130764" y="2209800"/>
                <a:ext cx="1407860" cy="809625"/>
              </a:xfrm>
              <a:prstGeom prst="rect">
                <a:avLst/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4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6231112" y="4032702"/>
                <a:ext cx="2508782" cy="6249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责任模糊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6231112" y="4657620"/>
                <a:ext cx="2508782" cy="14717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任务分工不明确，导致出现问题时成员间相互推诿，无人真正负责。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flipH="false" flipV="false" rot="0">
              <a:off x="7600619" y="2209800"/>
              <a:ext cx="3918281" cy="3919538"/>
              <a:chOff x="7600619" y="2209800"/>
              <a:chExt cx="3918281" cy="3919538"/>
            </a:xfrm>
          </p:grpSpPr>
          <p:sp>
            <p:nvSpPr>
              <p:cNvPr id="22" name="TextBox 22"/>
              <p:cNvSpPr txBox="true"/>
              <p:nvPr/>
            </p:nvSpPr>
            <p:spPr>
              <a:xfrm flipH="true" flipV="false" rot="0">
                <a:off x="7600619" y="2209800"/>
                <a:ext cx="1407861" cy="809625"/>
              </a:xfrm>
              <a:prstGeom prst="rect">
                <a:avLst/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4000">
                    <a:ln/>
                    <a:solidFill>
                      <a:srgbClr val="778495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23" name="TextBox 23"/>
              <p:cNvSpPr txBox="true"/>
              <p:nvPr/>
            </p:nvSpPr>
            <p:spPr>
              <a:xfrm flipH="false" flipV="false" rot="0">
                <a:off x="9010118" y="4032702"/>
                <a:ext cx="2508782" cy="6249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激励缺失</a:t>
                </a:r>
                <a:endParaRPr lang="en-US" sz="1100"/>
              </a:p>
            </p:txBody>
          </p:sp>
          <p:sp>
            <p:nvSpPr>
              <p:cNvPr id="24" name="TextBox 24"/>
              <p:cNvSpPr txBox="true"/>
              <p:nvPr/>
            </p:nvSpPr>
            <p:spPr>
              <a:xfrm flipH="false" flipV="false" rot="0">
                <a:off x="9010118" y="4657620"/>
                <a:ext cx="2508782" cy="14717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缺乏对团队合作成果的有效认可与奖励，会严重挫伤成员的协作积极性。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常见协作障碍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5fe9b70-7c5b-4b30-b02c-9ceda352f6b7"/>
          <p:cNvGrpSpPr/>
          <p:nvPr/>
        </p:nvGrpSpPr>
        <p:grpSpPr>
          <a:xfrm flipH="false" flipV="false" rot="0">
            <a:off x="660400" y="1130300"/>
            <a:ext cx="10883900" cy="5120852"/>
            <a:chOff x="660400" y="1130300"/>
            <a:chExt cx="10883900" cy="5120852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61576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ctr" anchorCtr="false" bIns="45720" lIns="91440" rIns="91440" rtlCol="false" tIns="45720" vert="horz" wrap="square"/>
            <a:lstStyle/>
            <a:p>
              <a:pPr algn="l">
                <a:defRPr/>
              </a:pPr>
              <a:r>
                <a:rPr b="true" i="false" lang="en-US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协作障碍的背后，往往隐藏着更深层次的组织与人性问题。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1150627" y="2920369"/>
              <a:ext cx="2487298" cy="1423662"/>
              <a:chOff x="1150627" y="2649098"/>
              <a:chExt cx="2487298" cy="1423662"/>
            </a:xfrm>
          </p:grpSpPr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1150627" y="323245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fals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个体主义倾向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150627" y="2649098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z="2400">
                    <a:ln/>
                    <a:solidFill>
                      <a:srgbClr val="299777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flipH="false" flipV="false" rot="0">
              <a:off x="4846001" y="2920369"/>
              <a:ext cx="2487298" cy="1423662"/>
              <a:chOff x="4898918" y="2649098"/>
              <a:chExt cx="2487298" cy="1423662"/>
            </a:xfrm>
          </p:grpSpPr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4898918" y="323245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fals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组织结构僵化</a:t>
                </a:r>
                <a:endParaRPr lang="en-US" sz="1100"/>
              </a:p>
            </p:txBody>
          </p:sp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4898918" y="2649098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z="2400">
                    <a:ln/>
                    <a:solidFill>
                      <a:srgbClr val="299777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flipH="false" flipV="false" rot="0">
              <a:off x="8541376" y="2920369"/>
              <a:ext cx="2487298" cy="1423662"/>
              <a:chOff x="8647209" y="2649098"/>
              <a:chExt cx="2487298" cy="1423662"/>
            </a:xfrm>
          </p:grpSpPr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8647209" y="3232457"/>
                <a:ext cx="2487298" cy="84030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defRPr/>
                </a:pPr>
                <a:r>
                  <a:rPr b="fals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信任机制缺失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8647209" y="2649098"/>
                <a:ext cx="2487298" cy="58335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z="2400">
                    <a:ln/>
                    <a:solidFill>
                      <a:srgbClr val="299777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flipH="false" flipV="false" rot="0">
              <a:off x="736600" y="5655098"/>
              <a:ext cx="10807700" cy="596054"/>
              <a:chOff x="736600" y="5655098"/>
              <a:chExt cx="10807700" cy="596054"/>
            </a:xfrm>
          </p:grpSpPr>
          <p:sp>
            <p:nvSpPr>
              <p:cNvPr id="14" name="AutoShape 14"/>
              <p:cNvSpPr/>
              <p:nvPr/>
            </p:nvSpPr>
            <p:spPr>
              <a:xfrm flipH="false" flipV="false" rot="0">
                <a:off x="10948246" y="5655098"/>
                <a:ext cx="596054" cy="596054"/>
              </a:xfrm>
              <a:custGeom>
                <a:rect b="b" l="l" r="r" t="t"/>
                <a:pathLst>
                  <a:path h="730386" w="730386">
                    <a:moveTo>
                      <a:pt x="165631" y="0"/>
                    </a:moveTo>
                    <a:lnTo>
                      <a:pt x="365193" y="199562"/>
                    </a:lnTo>
                    <a:lnTo>
                      <a:pt x="564755" y="0"/>
                    </a:lnTo>
                    <a:lnTo>
                      <a:pt x="730386" y="165631"/>
                    </a:lnTo>
                    <a:lnTo>
                      <a:pt x="530824" y="365193"/>
                    </a:lnTo>
                    <a:lnTo>
                      <a:pt x="730386" y="564755"/>
                    </a:lnTo>
                    <a:lnTo>
                      <a:pt x="564755" y="730386"/>
                    </a:lnTo>
                    <a:lnTo>
                      <a:pt x="365193" y="530824"/>
                    </a:lnTo>
                    <a:lnTo>
                      <a:pt x="165631" y="730386"/>
                    </a:lnTo>
                    <a:lnTo>
                      <a:pt x="0" y="564755"/>
                    </a:lnTo>
                    <a:lnTo>
                      <a:pt x="199562" y="365193"/>
                    </a:lnTo>
                    <a:lnTo>
                      <a:pt x="0" y="165631"/>
                    </a:lnTo>
                    <a:lnTo>
                      <a:pt x="165631" y="0"/>
                    </a:lnTo>
                    <a:close/>
                  </a:path>
                </a:pathLst>
              </a:cu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 flipH="false" flipV="false" rot="0">
                <a:off x="736600" y="6235700"/>
                <a:ext cx="10161800" cy="0"/>
              </a:xfrm>
              <a:prstGeom prst="line">
                <a:avLst/>
              </a:prstGeom>
              <a:ln w="12700">
                <a:solidFill>
                  <a:srgbClr val="299777">
                    <a:alpha val="100000"/>
                  </a:srgbClr>
                </a:solidFill>
                <a:prstDash val="solid"/>
                <a:headEnd type="oval"/>
                <a:tailEnd type="none"/>
              </a:ln>
            </p:spPr>
          </p:sp>
        </p:grpSp>
      </p:grpSp>
      <p:sp>
        <p:nvSpPr>
          <p:cNvPr id="16" name="TextBox 16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挑战与深层原因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2708041" y="2355689"/>
            <a:ext cx="6763218" cy="10792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构建协作基石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2708041" y="3446742"/>
            <a:ext cx="6763218" cy="167748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高效的团队协作并非偶然，它建立在清晰的团队目标、明确的角色分工以及健全的激励机制等坚实的基础之上。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5aadc93-0cf5-4150-9673-0b729d906e9d"/>
          <p:cNvGrpSpPr/>
          <p:nvPr/>
        </p:nvGrpSpPr>
        <p:grpSpPr>
          <a:xfrm flipH="false" flipV="false" rot="0">
            <a:off x="660400" y="1130300"/>
            <a:ext cx="10858500" cy="4800600"/>
            <a:chOff x="660400" y="1130300"/>
            <a:chExt cx="10858500" cy="480060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清晰、统一的目标是团队凝聚力的源泉。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753908" y="2022324"/>
              <a:ext cx="10701492" cy="1139702"/>
              <a:chOff x="753908" y="2022324"/>
              <a:chExt cx="10701492" cy="1139702"/>
            </a:xfrm>
          </p:grpSpPr>
          <p:sp>
            <p:nvSpPr>
              <p:cNvPr id="5" name="AutoShape 5"/>
              <p:cNvSpPr/>
              <p:nvPr/>
            </p:nvSpPr>
            <p:spPr>
              <a:xfrm flipH="false" flipV="false" rot="0">
                <a:off x="1252013" y="2022327"/>
                <a:ext cx="10203387" cy="1139699"/>
              </a:xfrm>
              <a:prstGeom prst="roundRect">
                <a:avLst>
                  <a:gd fmla="val 8860" name="adj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true"/>
              <p:nvPr/>
            </p:nvSpPr>
            <p:spPr>
              <a:xfrm flipH="false" flipV="false" rot="16200000">
                <a:off x="433111" y="2343121"/>
                <a:ext cx="1139700" cy="498106"/>
              </a:xfrm>
              <a:prstGeom prst="round2SameRect">
                <a:avLst>
                  <a:gd fmla="val 34445" name="adj1"/>
                  <a:gd fmla="val 0" name="adj2"/>
                </a:avLst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eaVert" wrap="square"/>
              <a:lstStyle/>
              <a:p>
                <a:pPr algn="ctr">
                  <a:defRPr/>
                </a:pPr>
                <a:r>
                  <a:rPr b="true" i="false" lang="en-US" strike="noStrike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1354796" y="2074878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r">
                  <a:defRPr/>
                </a:pPr>
                <a:r>
                  <a:rPr b="true" i="false" lang="en-US" strike="noStrike" sz="1800">
                    <a:ln/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设定SMART目标</a:t>
                </a:r>
                <a:endParaRPr lang="en-US" sz="1100"/>
              </a:p>
            </p:txBody>
          </p:sp>
          <p:sp>
            <p:nvSpPr>
              <p:cNvPr id="8" name="TextBox 8"/>
              <p:cNvSpPr txBox="true"/>
              <p:nvPr/>
            </p:nvSpPr>
            <p:spPr>
              <a:xfrm flipH="false" flipV="false" rot="0">
                <a:off x="3375365" y="2074878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确保团队目标是具体的（Specific）、可衡量的（Measurable）、可达成的（Achievable）、相关的（Relevant）和有时限的（Time-bound）。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flipH="false" flipV="false" rot="0">
              <a:off x="753907" y="3406764"/>
              <a:ext cx="10695526" cy="1139700"/>
              <a:chOff x="753907" y="3406764"/>
              <a:chExt cx="10695526" cy="1139700"/>
            </a:xfrm>
          </p:grpSpPr>
          <p:sp>
            <p:nvSpPr>
              <p:cNvPr id="10" name="AutoShape 10"/>
              <p:cNvSpPr/>
              <p:nvPr/>
            </p:nvSpPr>
            <p:spPr>
              <a:xfrm flipH="false" flipV="false" rot="0">
                <a:off x="1246046" y="3406764"/>
                <a:ext cx="10203387" cy="1139699"/>
              </a:xfrm>
              <a:prstGeom prst="roundRect">
                <a:avLst>
                  <a:gd fmla="val 8860" name="adj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1348829" y="3469640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r">
                  <a:defRPr/>
                </a:pPr>
                <a:r>
                  <a:rPr b="true" i="false" lang="en-US" strike="noStrike" sz="1800">
                    <a:ln/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确保目标一致性</a:t>
                </a:r>
                <a:endParaRPr lang="en-US" sz="1100"/>
              </a:p>
            </p:txBody>
          </p:sp>
          <p:sp>
            <p:nvSpPr>
              <p:cNvPr id="12" name="TextBox 12"/>
              <p:cNvSpPr txBox="true"/>
              <p:nvPr/>
            </p:nvSpPr>
            <p:spPr>
              <a:xfrm flipH="false" flipV="false" rot="0">
                <a:off x="3369398" y="3469640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通过充分的沟通与讨论，确保每位成员都对团队目标有清晰且一致的理解，并将其内化为个人的行动指南。</a:t>
                </a:r>
                <a:endParaRPr lang="en-US" sz="1100"/>
              </a:p>
            </p:txBody>
          </p:sp>
          <p:sp>
            <p:nvSpPr>
              <p:cNvPr id="13" name="TextBox 13"/>
              <p:cNvSpPr txBox="true"/>
              <p:nvPr/>
            </p:nvSpPr>
            <p:spPr>
              <a:xfrm flipH="false" flipV="false" rot="16200000">
                <a:off x="433110" y="3727561"/>
                <a:ext cx="1139700" cy="498106"/>
              </a:xfrm>
              <a:prstGeom prst="round2SameRect">
                <a:avLst>
                  <a:gd fmla="val 34445" name="adj1"/>
                  <a:gd fmla="val 0" name="adj2"/>
                </a:avLst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eaVert" wrap="square"/>
              <a:lstStyle/>
              <a:p>
                <a:pPr algn="ctr">
                  <a:defRPr/>
                </a:pPr>
                <a:r>
                  <a:rPr b="true" i="false" lang="en-US" strike="noStrike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flipH="false" flipV="false" rot="0">
              <a:off x="747734" y="4791200"/>
              <a:ext cx="10707666" cy="1139700"/>
              <a:chOff x="747734" y="4791200"/>
              <a:chExt cx="10707666" cy="1139700"/>
            </a:xfrm>
          </p:grpSpPr>
          <p:sp>
            <p:nvSpPr>
              <p:cNvPr id="15" name="AutoShape 15"/>
              <p:cNvSpPr/>
              <p:nvPr/>
            </p:nvSpPr>
            <p:spPr>
              <a:xfrm flipH="false" flipV="false" rot="0">
                <a:off x="1252013" y="4791201"/>
                <a:ext cx="10203387" cy="1139699"/>
              </a:xfrm>
              <a:prstGeom prst="roundRect">
                <a:avLst>
                  <a:gd fmla="val 8860" name="adj"/>
                </a:avLst>
              </a:prstGeom>
              <a:solidFill>
                <a:srgbClr val="778495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1348829" y="4864402"/>
                <a:ext cx="2020569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r">
                  <a:defRPr/>
                </a:pPr>
                <a:r>
                  <a:rPr b="true" i="false" lang="en-US" strike="noStrike" sz="1800">
                    <a:ln/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强化团队使命感</a:t>
                </a:r>
                <a:endParaRPr lang="en-US" sz="1100"/>
              </a:p>
            </p:txBody>
          </p:sp>
          <p:sp>
            <p:nvSpPr>
              <p:cNvPr id="17" name="TextBox 17"/>
              <p:cNvSpPr txBox="true"/>
              <p:nvPr/>
            </p:nvSpPr>
            <p:spPr>
              <a:xfrm flipH="false" flipV="false" rot="0">
                <a:off x="3369398" y="4864402"/>
                <a:ext cx="7899400" cy="10354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将具体目标与团队的长远使命和价值联系起来，激发成员的内在驱动力和归属感。</a:t>
                </a:r>
                <a:endParaRPr lang="en-US" sz="1100"/>
              </a:p>
            </p:txBody>
          </p:sp>
          <p:sp>
            <p:nvSpPr>
              <p:cNvPr id="18" name="TextBox 18"/>
              <p:cNvSpPr txBox="true"/>
              <p:nvPr/>
            </p:nvSpPr>
            <p:spPr>
              <a:xfrm flipH="false" flipV="false" rot="16200000">
                <a:off x="426937" y="5111997"/>
                <a:ext cx="1139700" cy="498106"/>
              </a:xfrm>
              <a:prstGeom prst="round2SameRect">
                <a:avLst>
                  <a:gd fmla="val 34445" name="adj1"/>
                  <a:gd fmla="val 0" name="adj2"/>
                </a:avLst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eaVert" wrap="square"/>
              <a:lstStyle/>
              <a:p>
                <a:pPr algn="ctr">
                  <a:defRPr/>
                </a:pPr>
                <a:r>
                  <a:rPr b="true" i="false" lang="en-US" strike="noStrike" sz="16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明确共同目标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51c05a2-b0b2-42d9-9c62-40d802480bf0"/>
          <p:cNvGrpSpPr/>
          <p:nvPr/>
        </p:nvGrpSpPr>
        <p:grpSpPr>
          <a:xfrm flipH="false" flipV="false" rot="0">
            <a:off x="673101" y="1374824"/>
            <a:ext cx="10845799" cy="4364578"/>
            <a:chOff x="673101" y="1374824"/>
            <a:chExt cx="10845799" cy="4364578"/>
          </a:xfrm>
        </p:grpSpPr>
        <p:grpSp>
          <p:nvGrpSpPr>
            <p:cNvPr id="3" name="Group 3"/>
            <p:cNvGrpSpPr/>
            <p:nvPr/>
          </p:nvGrpSpPr>
          <p:grpSpPr>
            <a:xfrm flipH="false" flipV="false" rot="0">
              <a:off x="4480860" y="1374824"/>
              <a:ext cx="7038040" cy="4364578"/>
              <a:chOff x="4480860" y="1374824"/>
              <a:chExt cx="7038040" cy="4364578"/>
            </a:xfrm>
          </p:grpSpPr>
          <p:grpSp>
            <p:nvGrpSpPr>
              <p:cNvPr id="4" name="Group 4"/>
              <p:cNvGrpSpPr/>
              <p:nvPr/>
            </p:nvGrpSpPr>
            <p:grpSpPr>
              <a:xfrm flipH="false" flipV="false" rot="0">
                <a:off x="4480860" y="1374824"/>
                <a:ext cx="7038040" cy="1294806"/>
                <a:chOff x="4480860" y="1374824"/>
                <a:chExt cx="7038040" cy="1294806"/>
              </a:xfrm>
            </p:grpSpPr>
            <p:grpSp>
              <p:nvGrpSpPr>
                <p:cNvPr id="5" name="Group 5"/>
                <p:cNvGrpSpPr/>
                <p:nvPr/>
              </p:nvGrpSpPr>
              <p:grpSpPr>
                <a:xfrm flipH="false" flipV="false" rot="0">
                  <a:off x="4480860" y="1374824"/>
                  <a:ext cx="4349309" cy="1294806"/>
                  <a:chOff x="4480860" y="1374824"/>
                  <a:chExt cx="4349309" cy="1294806"/>
                </a:xfrm>
              </p:grpSpPr>
              <p:sp>
                <p:nvSpPr>
                  <p:cNvPr id="6" name="AutoShape 6"/>
                  <p:cNvSpPr/>
                  <p:nvPr/>
                </p:nvSpPr>
                <p:spPr>
                  <a:xfrm flipH="true" flipV="false" rot="0">
                    <a:off x="4480860" y="1374824"/>
                    <a:ext cx="4255928" cy="1294806"/>
                  </a:xfrm>
                  <a:prstGeom prst="roundRect">
                    <a:avLst>
                      <a:gd fmla="val 19014" name="adj"/>
                    </a:avLst>
                  </a:prstGeom>
                  <a:solidFill>
                    <a:srgbClr val="778495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7" name="AutoShape 7"/>
                  <p:cNvSpPr/>
                  <p:nvPr/>
                </p:nvSpPr>
                <p:spPr>
                  <a:xfrm flipH="true" flipV="false" rot="18900000">
                    <a:off x="8447199" y="1830789"/>
                    <a:ext cx="382970" cy="382870"/>
                  </a:xfrm>
                  <a:prstGeom prst="rect">
                    <a:avLst/>
                  </a:prstGeom>
                  <a:solidFill>
                    <a:srgbClr val="778495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8" name="Group 8"/>
                  <p:cNvGrpSpPr/>
                  <p:nvPr/>
                </p:nvGrpSpPr>
                <p:grpSpPr>
                  <a:xfrm flipH="false" flipV="false" rot="0">
                    <a:off x="4591112" y="1392149"/>
                    <a:ext cx="4035424" cy="1260150"/>
                    <a:chOff x="1577477" y="1119608"/>
                    <a:chExt cx="4035424" cy="1260150"/>
                  </a:xfrm>
                </p:grpSpPr>
                <p:sp>
                  <p:nvSpPr>
                    <p:cNvPr id="9" name="TextBox 9"/>
                    <p:cNvSpPr txBox="true"/>
                    <p:nvPr/>
                  </p:nvSpPr>
                  <p:spPr>
                    <a:xfrm flipH="false" flipV="false" rot="0">
                      <a:off x="1577477" y="1659794"/>
                      <a:ext cx="4035424" cy="719964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anchor="t" anchorCtr="false" bIns="45720" lIns="91440" rIns="91440" rtlCol="false" tIns="45720" vert="horz" wrap="square"/>
                    <a:lstStyle/>
                    <a:p>
                      <a:pPr algn="l">
                        <a:lnSpc>
                          <a:spcPct val="120000"/>
                        </a:lnSpc>
                        <a:buFont typeface="Arial"/>
                        <a:buChar char="•"/>
                        <a:defRPr/>
                      </a:pPr>
                      <a:r>
                        <a:rPr b="false" i="false" lang="en-US" sz="1200">
                          <a:ln/>
                          <a:solidFill>
                            <a:srgbClr val="2F2F2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在考核体系中，合理设置个人贡献与团队成果的权重，鼓励成员在做好本职工作的同时，积极为团队整体利益贡献力量。</a:t>
                      </a:r>
                      <a:endParaRPr lang="en-US" sz="1100"/>
                    </a:p>
                  </p:txBody>
                </p:sp>
                <p:sp>
                  <p:nvSpPr>
                    <p:cNvPr id="10" name="TextBox 10"/>
                    <p:cNvSpPr txBox="true"/>
                    <p:nvPr/>
                  </p:nvSpPr>
                  <p:spPr>
                    <a:xfrm flipH="false" flipV="false" rot="0">
                      <a:off x="1577477" y="1119608"/>
                      <a:ext cx="4035424" cy="514785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anchor="b" anchorCtr="false" bIns="45720" lIns="91440" rIns="91440" rtlCol="false" tIns="45720" vert="horz" wrap="square"/>
                    <a:lstStyle/>
                    <a:p>
                      <a:pPr algn="l">
                        <a:spcBef>
                          <a:spcPts val="0"/>
                        </a:spcBef>
                        <a:defRPr/>
                      </a:pPr>
                      <a:r>
                        <a:rPr b="true" i="false" lang="en-US" sz="1800">
                          <a:ln/>
                          <a:solidFill>
                            <a:srgbClr val="2F2F2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平衡个人与团队绩效</a:t>
                      </a:r>
                      <a:endParaRPr lang="en-US" sz="1100"/>
                    </a:p>
                  </p:txBody>
                </p:sp>
              </p:grpSp>
            </p:grpSp>
            <p:grpSp>
              <p:nvGrpSpPr>
                <p:cNvPr id="11" name="Group 11"/>
                <p:cNvGrpSpPr/>
                <p:nvPr/>
              </p:nvGrpSpPr>
              <p:grpSpPr>
                <a:xfrm flipH="false" flipV="false" rot="0">
                  <a:off x="10050023" y="1374824"/>
                  <a:ext cx="1468877" cy="1294806"/>
                  <a:chOff x="10050023" y="1374824"/>
                  <a:chExt cx="1468877" cy="1294806"/>
                </a:xfrm>
              </p:grpSpPr>
              <p:sp>
                <p:nvSpPr>
                  <p:cNvPr id="12" name="AutoShape 12"/>
                  <p:cNvSpPr/>
                  <p:nvPr/>
                </p:nvSpPr>
                <p:spPr>
                  <a:xfrm flipH="true" flipV="false" rot="0">
                    <a:off x="10150346" y="1374824"/>
                    <a:ext cx="1368554" cy="1294806"/>
                  </a:xfrm>
                  <a:prstGeom prst="roundRect">
                    <a:avLst>
                      <a:gd fmla="val 19014" name="adj"/>
                    </a:avLst>
                  </a:prstGeom>
                  <a:solidFill>
                    <a:srgbClr val="778495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3" name="AutoShape 13"/>
                  <p:cNvSpPr/>
                  <p:nvPr/>
                </p:nvSpPr>
                <p:spPr>
                  <a:xfrm flipH="false" flipV="false" rot="0">
                    <a:off x="10615077" y="1811085"/>
                    <a:ext cx="439092" cy="422284"/>
                  </a:xfrm>
                  <a:custGeom>
                    <a:rect b="b" l="l" r="r" t="t"/>
                    <a:pathLst>
                      <a:path h="586216" w="609549">
                        <a:moveTo>
                          <a:pt x="61288" y="383285"/>
                        </a:moveTo>
                        <a:cubicBezTo>
                          <a:pt x="64829" y="383106"/>
                          <a:pt x="68448" y="384367"/>
                          <a:pt x="71162" y="387101"/>
                        </a:cubicBezTo>
                        <a:lnTo>
                          <a:pt x="120018" y="435892"/>
                        </a:lnTo>
                        <a:cubicBezTo>
                          <a:pt x="125113" y="440933"/>
                          <a:pt x="125113" y="449160"/>
                          <a:pt x="120018" y="454200"/>
                        </a:cubicBezTo>
                        <a:lnTo>
                          <a:pt x="56639" y="517543"/>
                        </a:lnTo>
                        <a:cubicBezTo>
                          <a:pt x="50211" y="523963"/>
                          <a:pt x="39211" y="522013"/>
                          <a:pt x="35592" y="513644"/>
                        </a:cubicBezTo>
                        <a:cubicBezTo>
                          <a:pt x="17783" y="472794"/>
                          <a:pt x="23211" y="424288"/>
                          <a:pt x="51877" y="388099"/>
                        </a:cubicBezTo>
                        <a:cubicBezTo>
                          <a:pt x="54282" y="385079"/>
                          <a:pt x="57746" y="383463"/>
                          <a:pt x="61288" y="383285"/>
                        </a:cubicBezTo>
                        <a:close/>
                        <a:moveTo>
                          <a:pt x="235245" y="302810"/>
                        </a:moveTo>
                        <a:lnTo>
                          <a:pt x="306042" y="373466"/>
                        </a:lnTo>
                        <a:lnTo>
                          <a:pt x="258717" y="420680"/>
                        </a:lnTo>
                        <a:cubicBezTo>
                          <a:pt x="274667" y="464329"/>
                          <a:pt x="265192" y="515300"/>
                          <a:pt x="230246" y="550152"/>
                        </a:cubicBezTo>
                        <a:cubicBezTo>
                          <a:pt x="192919" y="587430"/>
                          <a:pt x="137644" y="595798"/>
                          <a:pt x="92223" y="575305"/>
                        </a:cubicBezTo>
                        <a:cubicBezTo>
                          <a:pt x="84701" y="571882"/>
                          <a:pt x="82892" y="561992"/>
                          <a:pt x="88748" y="556143"/>
                        </a:cubicBezTo>
                        <a:lnTo>
                          <a:pt x="165115" y="479877"/>
                        </a:lnTo>
                        <a:cubicBezTo>
                          <a:pt x="174399" y="470605"/>
                          <a:pt x="174399" y="455580"/>
                          <a:pt x="165115" y="446308"/>
                        </a:cubicBezTo>
                        <a:lnTo>
                          <a:pt x="88700" y="369995"/>
                        </a:lnTo>
                        <a:cubicBezTo>
                          <a:pt x="82844" y="364194"/>
                          <a:pt x="84653" y="354399"/>
                          <a:pt x="92128" y="350976"/>
                        </a:cubicBezTo>
                        <a:cubicBezTo>
                          <a:pt x="122789" y="337092"/>
                          <a:pt x="157973" y="336379"/>
                          <a:pt x="189111" y="348884"/>
                        </a:cubicBezTo>
                        <a:close/>
                        <a:moveTo>
                          <a:pt x="257958" y="161679"/>
                        </a:moveTo>
                        <a:lnTo>
                          <a:pt x="317251" y="220879"/>
                        </a:lnTo>
                        <a:lnTo>
                          <a:pt x="388070" y="291586"/>
                        </a:lnTo>
                        <a:lnTo>
                          <a:pt x="604906" y="508130"/>
                        </a:lnTo>
                        <a:cubicBezTo>
                          <a:pt x="611097" y="514311"/>
                          <a:pt x="611097" y="524344"/>
                          <a:pt x="604906" y="530526"/>
                        </a:cubicBezTo>
                        <a:lnTo>
                          <a:pt x="556567" y="578789"/>
                        </a:lnTo>
                        <a:cubicBezTo>
                          <a:pt x="553471" y="581880"/>
                          <a:pt x="549423" y="583449"/>
                          <a:pt x="545327" y="583449"/>
                        </a:cubicBezTo>
                        <a:cubicBezTo>
                          <a:pt x="541279" y="583449"/>
                          <a:pt x="537231" y="581880"/>
                          <a:pt x="534135" y="578789"/>
                        </a:cubicBezTo>
                        <a:lnTo>
                          <a:pt x="317251" y="362293"/>
                        </a:lnTo>
                        <a:lnTo>
                          <a:pt x="246481" y="291586"/>
                        </a:lnTo>
                        <a:lnTo>
                          <a:pt x="187140" y="232339"/>
                        </a:lnTo>
                        <a:close/>
                        <a:moveTo>
                          <a:pt x="58606" y="160814"/>
                        </a:moveTo>
                        <a:lnTo>
                          <a:pt x="126401" y="228498"/>
                        </a:lnTo>
                        <a:lnTo>
                          <a:pt x="111975" y="242899"/>
                        </a:lnTo>
                        <a:lnTo>
                          <a:pt x="119307" y="250219"/>
                        </a:lnTo>
                        <a:cubicBezTo>
                          <a:pt x="126877" y="257824"/>
                          <a:pt x="126877" y="270087"/>
                          <a:pt x="119307" y="277692"/>
                        </a:cubicBezTo>
                        <a:lnTo>
                          <a:pt x="115641" y="281352"/>
                        </a:lnTo>
                        <a:cubicBezTo>
                          <a:pt x="108024" y="288909"/>
                          <a:pt x="95741" y="288909"/>
                          <a:pt x="88123" y="281352"/>
                        </a:cubicBezTo>
                        <a:lnTo>
                          <a:pt x="5712" y="199029"/>
                        </a:lnTo>
                        <a:cubicBezTo>
                          <a:pt x="-1905" y="191424"/>
                          <a:pt x="-1905" y="179161"/>
                          <a:pt x="5712" y="171604"/>
                        </a:cubicBezTo>
                        <a:lnTo>
                          <a:pt x="9378" y="167944"/>
                        </a:lnTo>
                        <a:cubicBezTo>
                          <a:pt x="16948" y="160339"/>
                          <a:pt x="29231" y="160339"/>
                          <a:pt x="36849" y="167944"/>
                        </a:cubicBezTo>
                        <a:lnTo>
                          <a:pt x="44180" y="175264"/>
                        </a:lnTo>
                        <a:close/>
                        <a:moveTo>
                          <a:pt x="585775" y="66370"/>
                        </a:moveTo>
                        <a:cubicBezTo>
                          <a:pt x="589775" y="67101"/>
                          <a:pt x="593430" y="69680"/>
                          <a:pt x="595263" y="73839"/>
                        </a:cubicBezTo>
                        <a:cubicBezTo>
                          <a:pt x="613072" y="114675"/>
                          <a:pt x="607644" y="163212"/>
                          <a:pt x="578978" y="199341"/>
                        </a:cubicBezTo>
                        <a:cubicBezTo>
                          <a:pt x="574168" y="205379"/>
                          <a:pt x="565121" y="205854"/>
                          <a:pt x="559693" y="200387"/>
                        </a:cubicBezTo>
                        <a:lnTo>
                          <a:pt x="510789" y="151612"/>
                        </a:lnTo>
                        <a:cubicBezTo>
                          <a:pt x="505742" y="146526"/>
                          <a:pt x="505742" y="138349"/>
                          <a:pt x="510789" y="133262"/>
                        </a:cubicBezTo>
                        <a:lnTo>
                          <a:pt x="574216" y="69988"/>
                        </a:lnTo>
                        <a:cubicBezTo>
                          <a:pt x="577430" y="66756"/>
                          <a:pt x="581775" y="65639"/>
                          <a:pt x="585775" y="66370"/>
                        </a:cubicBezTo>
                        <a:close/>
                        <a:moveTo>
                          <a:pt x="158702" y="26758"/>
                        </a:moveTo>
                        <a:cubicBezTo>
                          <a:pt x="163655" y="26758"/>
                          <a:pt x="168654" y="28660"/>
                          <a:pt x="172463" y="32464"/>
                        </a:cubicBezTo>
                        <a:lnTo>
                          <a:pt x="179701" y="39691"/>
                        </a:lnTo>
                        <a:lnTo>
                          <a:pt x="246935" y="106831"/>
                        </a:lnTo>
                        <a:lnTo>
                          <a:pt x="254886" y="114819"/>
                        </a:lnTo>
                        <a:cubicBezTo>
                          <a:pt x="261457" y="121334"/>
                          <a:pt x="262362" y="131414"/>
                          <a:pt x="257600" y="138879"/>
                        </a:cubicBezTo>
                        <a:cubicBezTo>
                          <a:pt x="256839" y="140068"/>
                          <a:pt x="255934" y="141209"/>
                          <a:pt x="254886" y="142255"/>
                        </a:cubicBezTo>
                        <a:lnTo>
                          <a:pt x="252315" y="144823"/>
                        </a:lnTo>
                        <a:lnTo>
                          <a:pt x="246696" y="150434"/>
                        </a:lnTo>
                        <a:lnTo>
                          <a:pt x="175892" y="221140"/>
                        </a:lnTo>
                        <a:lnTo>
                          <a:pt x="172463" y="224611"/>
                        </a:lnTo>
                        <a:cubicBezTo>
                          <a:pt x="171702" y="225324"/>
                          <a:pt x="170940" y="225990"/>
                          <a:pt x="170130" y="226560"/>
                        </a:cubicBezTo>
                        <a:cubicBezTo>
                          <a:pt x="167749" y="228319"/>
                          <a:pt x="165083" y="229413"/>
                          <a:pt x="162274" y="229936"/>
                        </a:cubicBezTo>
                        <a:cubicBezTo>
                          <a:pt x="161083" y="230174"/>
                          <a:pt x="159893" y="230269"/>
                          <a:pt x="158702" y="230269"/>
                        </a:cubicBezTo>
                        <a:cubicBezTo>
                          <a:pt x="153703" y="230269"/>
                          <a:pt x="148751" y="228367"/>
                          <a:pt x="144942" y="224611"/>
                        </a:cubicBezTo>
                        <a:lnTo>
                          <a:pt x="137609" y="217288"/>
                        </a:lnTo>
                        <a:lnTo>
                          <a:pt x="69804" y="149578"/>
                        </a:lnTo>
                        <a:lnTo>
                          <a:pt x="62519" y="142255"/>
                        </a:lnTo>
                        <a:cubicBezTo>
                          <a:pt x="54900" y="134647"/>
                          <a:pt x="54900" y="122380"/>
                          <a:pt x="62519" y="114819"/>
                        </a:cubicBezTo>
                        <a:lnTo>
                          <a:pt x="144942" y="32464"/>
                        </a:lnTo>
                        <a:cubicBezTo>
                          <a:pt x="148751" y="28660"/>
                          <a:pt x="153750" y="26758"/>
                          <a:pt x="158702" y="26758"/>
                        </a:cubicBezTo>
                        <a:close/>
                        <a:moveTo>
                          <a:pt x="254809" y="6542"/>
                        </a:moveTo>
                        <a:cubicBezTo>
                          <a:pt x="277279" y="4029"/>
                          <a:pt x="300492" y="9424"/>
                          <a:pt x="321015" y="29913"/>
                        </a:cubicBezTo>
                        <a:cubicBezTo>
                          <a:pt x="380347" y="89193"/>
                          <a:pt x="337205" y="46124"/>
                          <a:pt x="260017" y="97465"/>
                        </a:cubicBezTo>
                        <a:lnTo>
                          <a:pt x="193067" y="30626"/>
                        </a:lnTo>
                        <a:cubicBezTo>
                          <a:pt x="210614" y="19479"/>
                          <a:pt x="232340" y="9056"/>
                          <a:pt x="254809" y="6542"/>
                        </a:cubicBezTo>
                        <a:close/>
                        <a:moveTo>
                          <a:pt x="503105" y="953"/>
                        </a:moveTo>
                        <a:cubicBezTo>
                          <a:pt x="515252" y="2468"/>
                          <a:pt x="527216" y="5788"/>
                          <a:pt x="538560" y="10911"/>
                        </a:cubicBezTo>
                        <a:cubicBezTo>
                          <a:pt x="546131" y="14334"/>
                          <a:pt x="547940" y="24224"/>
                          <a:pt x="542083" y="30073"/>
                        </a:cubicBezTo>
                        <a:lnTo>
                          <a:pt x="465709" y="106341"/>
                        </a:lnTo>
                        <a:cubicBezTo>
                          <a:pt x="456424" y="115613"/>
                          <a:pt x="456424" y="130639"/>
                          <a:pt x="465709" y="139911"/>
                        </a:cubicBezTo>
                        <a:lnTo>
                          <a:pt x="542131" y="216227"/>
                        </a:lnTo>
                        <a:cubicBezTo>
                          <a:pt x="547940" y="222028"/>
                          <a:pt x="546178" y="231823"/>
                          <a:pt x="538655" y="235246"/>
                        </a:cubicBezTo>
                        <a:cubicBezTo>
                          <a:pt x="508181" y="249035"/>
                          <a:pt x="473184" y="249844"/>
                          <a:pt x="442187" y="237528"/>
                        </a:cubicBezTo>
                        <a:lnTo>
                          <a:pt x="399238" y="280370"/>
                        </a:lnTo>
                        <a:lnTo>
                          <a:pt x="328482" y="209712"/>
                        </a:lnTo>
                        <a:lnTo>
                          <a:pt x="372240" y="166015"/>
                        </a:lnTo>
                        <a:cubicBezTo>
                          <a:pt x="356051" y="122270"/>
                          <a:pt x="365527" y="71060"/>
                          <a:pt x="400571" y="36064"/>
                        </a:cubicBezTo>
                        <a:cubicBezTo>
                          <a:pt x="428569" y="8106"/>
                          <a:pt x="466664" y="-3592"/>
                          <a:pt x="503105" y="953"/>
                        </a:cubicBezTo>
                        <a:close/>
                      </a:path>
                    </a:pathLst>
                  </a:custGeom>
                  <a:solidFill>
                    <a:srgbClr val="2F2F2F">
                      <a:alpha val="100000"/>
                      <a:lumMod val="50000"/>
                      <a:lumOff val="5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" name="AutoShape 14"/>
                  <p:cNvSpPr/>
                  <p:nvPr/>
                </p:nvSpPr>
                <p:spPr>
                  <a:xfrm flipH="true" flipV="false" rot="18900000">
                    <a:off x="10050023" y="1830792"/>
                    <a:ext cx="382970" cy="382870"/>
                  </a:xfrm>
                  <a:prstGeom prst="rect">
                    <a:avLst/>
                  </a:prstGeom>
                  <a:solidFill>
                    <a:srgbClr val="778495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</p:grpSp>
            <p:sp>
              <p:nvSpPr>
                <p:cNvPr id="15" name="TextBox 15"/>
                <p:cNvSpPr txBox="true"/>
                <p:nvPr/>
              </p:nvSpPr>
              <p:spPr>
                <a:xfrm flipH="false" flipV="false" rot="0">
                  <a:off x="9112067" y="1705583"/>
                  <a:ext cx="656057" cy="63328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b="true" i="false" lang="en-US" sz="3200">
                      <a:ln/>
                      <a:solidFill>
                        <a:srgbClr val="2F2F2F">
                          <a:alpha val="100000"/>
                        </a:srgbClr>
                      </a:solidFill>
                      <a:latin typeface="Calibri"/>
                      <a:ea typeface="Calibri"/>
                      <a:cs typeface="Calibri"/>
                    </a:rPr>
                    <a:t>01</a:t>
                  </a:r>
                  <a:endParaRPr lang="en-US" sz="1100"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 flipH="false" flipV="false" rot="0">
                <a:off x="4481588" y="2909710"/>
                <a:ext cx="7037312" cy="1294806"/>
                <a:chOff x="4481588" y="2909710"/>
                <a:chExt cx="7037312" cy="1294806"/>
              </a:xfrm>
            </p:grpSpPr>
            <p:grpSp>
              <p:nvGrpSpPr>
                <p:cNvPr id="17" name="Group 17"/>
                <p:cNvGrpSpPr/>
                <p:nvPr/>
              </p:nvGrpSpPr>
              <p:grpSpPr>
                <a:xfrm flipH="false" flipV="false" rot="0">
                  <a:off x="7170369" y="2909710"/>
                  <a:ext cx="4348531" cy="1294806"/>
                  <a:chOff x="7170369" y="2909710"/>
                  <a:chExt cx="4348531" cy="1294806"/>
                </a:xfrm>
              </p:grpSpPr>
              <p:sp>
                <p:nvSpPr>
                  <p:cNvPr id="18" name="AutoShape 18"/>
                  <p:cNvSpPr/>
                  <p:nvPr/>
                </p:nvSpPr>
                <p:spPr>
                  <a:xfrm flipH="false" flipV="false" rot="0">
                    <a:off x="7263700" y="2909710"/>
                    <a:ext cx="4255200" cy="1294806"/>
                  </a:xfrm>
                  <a:prstGeom prst="roundRect">
                    <a:avLst>
                      <a:gd fmla="val 19014" name="adj"/>
                    </a:avLst>
                  </a:prstGeom>
                  <a:solidFill>
                    <a:srgbClr val="299777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19" name="AutoShape 19"/>
                  <p:cNvSpPr/>
                  <p:nvPr/>
                </p:nvSpPr>
                <p:spPr>
                  <a:xfrm flipH="false" flipV="false" rot="2700000">
                    <a:off x="7170319" y="3365675"/>
                    <a:ext cx="382970" cy="382870"/>
                  </a:xfrm>
                  <a:prstGeom prst="rect">
                    <a:avLst/>
                  </a:prstGeom>
                  <a:solidFill>
                    <a:srgbClr val="299777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20" name="Group 20"/>
                  <p:cNvGrpSpPr/>
                  <p:nvPr/>
                </p:nvGrpSpPr>
                <p:grpSpPr>
                  <a:xfrm flipH="false" flipV="false" rot="0">
                    <a:off x="7373588" y="2927035"/>
                    <a:ext cx="4035424" cy="1260150"/>
                    <a:chOff x="1577477" y="1119608"/>
                    <a:chExt cx="4035424" cy="1260150"/>
                  </a:xfrm>
                </p:grpSpPr>
                <p:sp>
                  <p:nvSpPr>
                    <p:cNvPr id="21" name="TextBox 21"/>
                    <p:cNvSpPr txBox="true"/>
                    <p:nvPr/>
                  </p:nvSpPr>
                  <p:spPr>
                    <a:xfrm flipH="false" flipV="false" rot="0">
                      <a:off x="1577477" y="1659794"/>
                      <a:ext cx="4035424" cy="719964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anchor="t" anchorCtr="false" bIns="45720" lIns="91440" rIns="91440" rtlCol="false" tIns="45720" vert="horz" wrap="square"/>
                    <a:lstStyle/>
                    <a:p>
                      <a:pPr algn="l">
                        <a:lnSpc>
                          <a:spcPct val="120000"/>
                        </a:lnSpc>
                        <a:buFont typeface="Arial"/>
                        <a:buChar char="•"/>
                        <a:defRPr/>
                      </a:pPr>
                      <a:r>
                        <a:rPr b="false" i="false" lang="en-US" sz="1200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不仅要奖励最终的成功，更要对协作过程中的积极行为，如知识分享、主动协助等进行及时认可和鼓励。</a:t>
                      </a:r>
                      <a:endParaRPr lang="en-US" sz="1100"/>
                    </a:p>
                  </p:txBody>
                </p:sp>
                <p:sp>
                  <p:nvSpPr>
                    <p:cNvPr id="22" name="TextBox 22"/>
                    <p:cNvSpPr txBox="true"/>
                    <p:nvPr/>
                  </p:nvSpPr>
                  <p:spPr>
                    <a:xfrm flipH="false" flipV="false" rot="0">
                      <a:off x="1577477" y="1119608"/>
                      <a:ext cx="4035424" cy="514785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anchor="b" anchorCtr="false" bIns="45720" lIns="91440" rIns="91440" rtlCol="false" tIns="45720" vert="horz" wrap="square"/>
                    <a:lstStyle/>
                    <a:p>
                      <a:pPr algn="l">
                        <a:spcBef>
                          <a:spcPts val="0"/>
                        </a:spcBef>
                        <a:defRPr/>
                      </a:pPr>
                      <a:r>
                        <a:rPr b="true" i="false" lang="en-US" sz="1800">
                          <a:ln/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强化过程与结果并重</a:t>
                      </a:r>
                      <a:endParaRPr lang="en-US" sz="1100"/>
                    </a:p>
                  </p:txBody>
                </p:sp>
              </p:grpSp>
            </p:grpSp>
            <p:grpSp>
              <p:nvGrpSpPr>
                <p:cNvPr id="23" name="Group 23"/>
                <p:cNvGrpSpPr/>
                <p:nvPr/>
              </p:nvGrpSpPr>
              <p:grpSpPr>
                <a:xfrm flipH="false" flipV="false" rot="0">
                  <a:off x="4481588" y="2909710"/>
                  <a:ext cx="1468827" cy="1294806"/>
                  <a:chOff x="953436" y="2909710"/>
                  <a:chExt cx="1468827" cy="1294806"/>
                </a:xfrm>
              </p:grpSpPr>
              <p:sp>
                <p:nvSpPr>
                  <p:cNvPr id="24" name="AutoShape 24"/>
                  <p:cNvSpPr/>
                  <p:nvPr/>
                </p:nvSpPr>
                <p:spPr>
                  <a:xfrm flipH="false" flipV="false" rot="0">
                    <a:off x="953436" y="2909710"/>
                    <a:ext cx="1368554" cy="1294806"/>
                  </a:xfrm>
                  <a:prstGeom prst="roundRect">
                    <a:avLst>
                      <a:gd fmla="val 19014" name="adj"/>
                    </a:avLst>
                  </a:prstGeom>
                  <a:solidFill>
                    <a:srgbClr val="299777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5" name="AutoShape 25"/>
                  <p:cNvSpPr/>
                  <p:nvPr/>
                </p:nvSpPr>
                <p:spPr>
                  <a:xfrm flipH="false" flipV="false" rot="2700000">
                    <a:off x="2039343" y="3365676"/>
                    <a:ext cx="382970" cy="382870"/>
                  </a:xfrm>
                  <a:prstGeom prst="rect">
                    <a:avLst/>
                  </a:prstGeom>
                  <a:solidFill>
                    <a:srgbClr val="299777">
                      <a:alpha val="100000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26" name="AutoShape 26"/>
                  <p:cNvSpPr/>
                  <p:nvPr/>
                </p:nvSpPr>
                <p:spPr>
                  <a:xfrm flipH="false" flipV="false" rot="0">
                    <a:off x="1418236" y="3345971"/>
                    <a:ext cx="438954" cy="422284"/>
                  </a:xfrm>
                  <a:custGeom>
                    <a:rect b="b" l="l" r="r" t="t"/>
                    <a:pathLst>
                      <a:path h="585693" w="608814">
                        <a:moveTo>
                          <a:pt x="195114" y="351627"/>
                        </a:moveTo>
                        <a:lnTo>
                          <a:pt x="258290" y="351627"/>
                        </a:lnTo>
                        <a:cubicBezTo>
                          <a:pt x="271848" y="351627"/>
                          <a:pt x="282731" y="362580"/>
                          <a:pt x="282731" y="376018"/>
                        </a:cubicBezTo>
                        <a:lnTo>
                          <a:pt x="282731" y="561210"/>
                        </a:lnTo>
                        <a:cubicBezTo>
                          <a:pt x="282731" y="574740"/>
                          <a:pt x="271848" y="585693"/>
                          <a:pt x="258290" y="585693"/>
                        </a:cubicBezTo>
                        <a:lnTo>
                          <a:pt x="195114" y="585693"/>
                        </a:lnTo>
                        <a:cubicBezTo>
                          <a:pt x="181556" y="585693"/>
                          <a:pt x="170673" y="574740"/>
                          <a:pt x="170673" y="561210"/>
                        </a:cubicBezTo>
                        <a:lnTo>
                          <a:pt x="170673" y="376018"/>
                        </a:lnTo>
                        <a:cubicBezTo>
                          <a:pt x="170673" y="362580"/>
                          <a:pt x="181556" y="351627"/>
                          <a:pt x="195114" y="351627"/>
                        </a:cubicBezTo>
                        <a:close/>
                        <a:moveTo>
                          <a:pt x="358100" y="249872"/>
                        </a:moveTo>
                        <a:lnTo>
                          <a:pt x="421316" y="249872"/>
                        </a:lnTo>
                        <a:cubicBezTo>
                          <a:pt x="434771" y="249872"/>
                          <a:pt x="445737" y="260735"/>
                          <a:pt x="445737" y="274267"/>
                        </a:cubicBezTo>
                        <a:lnTo>
                          <a:pt x="445737" y="561206"/>
                        </a:lnTo>
                        <a:cubicBezTo>
                          <a:pt x="445737" y="574738"/>
                          <a:pt x="434771" y="585693"/>
                          <a:pt x="421316" y="585693"/>
                        </a:cubicBezTo>
                        <a:lnTo>
                          <a:pt x="358100" y="585693"/>
                        </a:lnTo>
                        <a:cubicBezTo>
                          <a:pt x="344645" y="585693"/>
                          <a:pt x="333679" y="574738"/>
                          <a:pt x="333679" y="561206"/>
                        </a:cubicBezTo>
                        <a:lnTo>
                          <a:pt x="333679" y="274267"/>
                        </a:lnTo>
                        <a:cubicBezTo>
                          <a:pt x="333679" y="260735"/>
                          <a:pt x="344645" y="249872"/>
                          <a:pt x="358100" y="249872"/>
                        </a:cubicBezTo>
                        <a:close/>
                        <a:moveTo>
                          <a:pt x="140260" y="224680"/>
                        </a:moveTo>
                        <a:cubicBezTo>
                          <a:pt x="168749" y="224680"/>
                          <a:pt x="191844" y="247711"/>
                          <a:pt x="191844" y="276122"/>
                        </a:cubicBezTo>
                        <a:cubicBezTo>
                          <a:pt x="191844" y="304533"/>
                          <a:pt x="168749" y="327564"/>
                          <a:pt x="140260" y="327564"/>
                        </a:cubicBezTo>
                        <a:cubicBezTo>
                          <a:pt x="111771" y="327564"/>
                          <a:pt x="88676" y="304533"/>
                          <a:pt x="88676" y="276122"/>
                        </a:cubicBezTo>
                        <a:cubicBezTo>
                          <a:pt x="88676" y="247711"/>
                          <a:pt x="111771" y="224680"/>
                          <a:pt x="140260" y="224680"/>
                        </a:cubicBezTo>
                        <a:close/>
                        <a:moveTo>
                          <a:pt x="521177" y="148117"/>
                        </a:moveTo>
                        <a:lnTo>
                          <a:pt x="584301" y="148117"/>
                        </a:lnTo>
                        <a:cubicBezTo>
                          <a:pt x="597848" y="148117"/>
                          <a:pt x="608814" y="159070"/>
                          <a:pt x="608814" y="172601"/>
                        </a:cubicBezTo>
                        <a:lnTo>
                          <a:pt x="608814" y="561209"/>
                        </a:lnTo>
                        <a:cubicBezTo>
                          <a:pt x="608814" y="574740"/>
                          <a:pt x="597848" y="585693"/>
                          <a:pt x="584301" y="585693"/>
                        </a:cubicBezTo>
                        <a:lnTo>
                          <a:pt x="521177" y="585693"/>
                        </a:lnTo>
                        <a:cubicBezTo>
                          <a:pt x="507722" y="585693"/>
                          <a:pt x="496756" y="574740"/>
                          <a:pt x="496756" y="561209"/>
                        </a:cubicBezTo>
                        <a:lnTo>
                          <a:pt x="496756" y="172601"/>
                        </a:lnTo>
                        <a:cubicBezTo>
                          <a:pt x="496756" y="159070"/>
                          <a:pt x="507722" y="148117"/>
                          <a:pt x="521177" y="148117"/>
                        </a:cubicBezTo>
                        <a:close/>
                        <a:moveTo>
                          <a:pt x="116229" y="131322"/>
                        </a:moveTo>
                        <a:lnTo>
                          <a:pt x="164246" y="131322"/>
                        </a:lnTo>
                        <a:cubicBezTo>
                          <a:pt x="175214" y="131322"/>
                          <a:pt x="184061" y="140159"/>
                          <a:pt x="184061" y="151113"/>
                        </a:cubicBezTo>
                        <a:lnTo>
                          <a:pt x="184061" y="171457"/>
                        </a:lnTo>
                        <a:cubicBezTo>
                          <a:pt x="193001" y="175231"/>
                          <a:pt x="201019" y="180386"/>
                          <a:pt x="208669" y="186094"/>
                        </a:cubicBezTo>
                        <a:lnTo>
                          <a:pt x="226641" y="175692"/>
                        </a:lnTo>
                        <a:cubicBezTo>
                          <a:pt x="236134" y="170261"/>
                          <a:pt x="248300" y="173482"/>
                          <a:pt x="253737" y="182964"/>
                        </a:cubicBezTo>
                        <a:lnTo>
                          <a:pt x="277792" y="224572"/>
                        </a:lnTo>
                        <a:cubicBezTo>
                          <a:pt x="280465" y="229083"/>
                          <a:pt x="281110" y="234514"/>
                          <a:pt x="279727" y="239577"/>
                        </a:cubicBezTo>
                        <a:cubicBezTo>
                          <a:pt x="278437" y="244640"/>
                          <a:pt x="275119" y="248966"/>
                          <a:pt x="270511" y="251544"/>
                        </a:cubicBezTo>
                        <a:lnTo>
                          <a:pt x="252355" y="262038"/>
                        </a:lnTo>
                        <a:cubicBezTo>
                          <a:pt x="253000" y="266733"/>
                          <a:pt x="253829" y="271335"/>
                          <a:pt x="253829" y="276122"/>
                        </a:cubicBezTo>
                        <a:cubicBezTo>
                          <a:pt x="253829" y="281001"/>
                          <a:pt x="253000" y="285604"/>
                          <a:pt x="252355" y="290206"/>
                        </a:cubicBezTo>
                        <a:lnTo>
                          <a:pt x="270511" y="300700"/>
                        </a:lnTo>
                        <a:cubicBezTo>
                          <a:pt x="279174" y="305671"/>
                          <a:pt x="282308" y="316165"/>
                          <a:pt x="278714" y="325094"/>
                        </a:cubicBezTo>
                        <a:cubicBezTo>
                          <a:pt x="272354" y="322609"/>
                          <a:pt x="265442" y="321136"/>
                          <a:pt x="258253" y="321136"/>
                        </a:cubicBezTo>
                        <a:lnTo>
                          <a:pt x="195858" y="321136"/>
                        </a:lnTo>
                        <a:cubicBezTo>
                          <a:pt x="205904" y="308709"/>
                          <a:pt x="212171" y="293244"/>
                          <a:pt x="212171" y="276122"/>
                        </a:cubicBezTo>
                        <a:cubicBezTo>
                          <a:pt x="212171" y="236539"/>
                          <a:pt x="179914" y="204320"/>
                          <a:pt x="140191" y="204320"/>
                        </a:cubicBezTo>
                        <a:cubicBezTo>
                          <a:pt x="100561" y="204320"/>
                          <a:pt x="68304" y="236539"/>
                          <a:pt x="68304" y="276122"/>
                        </a:cubicBezTo>
                        <a:cubicBezTo>
                          <a:pt x="68304" y="315797"/>
                          <a:pt x="100561" y="348016"/>
                          <a:pt x="140191" y="348016"/>
                        </a:cubicBezTo>
                        <a:cubicBezTo>
                          <a:pt x="143048" y="348016"/>
                          <a:pt x="145721" y="347463"/>
                          <a:pt x="148486" y="347095"/>
                        </a:cubicBezTo>
                        <a:cubicBezTo>
                          <a:pt x="143233" y="355564"/>
                          <a:pt x="140099" y="365414"/>
                          <a:pt x="140099" y="376000"/>
                        </a:cubicBezTo>
                        <a:lnTo>
                          <a:pt x="140099" y="420922"/>
                        </a:lnTo>
                        <a:lnTo>
                          <a:pt x="116229" y="420922"/>
                        </a:lnTo>
                        <a:cubicBezTo>
                          <a:pt x="105261" y="420922"/>
                          <a:pt x="96413" y="412085"/>
                          <a:pt x="96413" y="401131"/>
                        </a:cubicBezTo>
                        <a:lnTo>
                          <a:pt x="96413" y="380787"/>
                        </a:lnTo>
                        <a:cubicBezTo>
                          <a:pt x="87474" y="377013"/>
                          <a:pt x="79455" y="371950"/>
                          <a:pt x="71806" y="366150"/>
                        </a:cubicBezTo>
                        <a:lnTo>
                          <a:pt x="53742" y="376552"/>
                        </a:lnTo>
                        <a:cubicBezTo>
                          <a:pt x="49226" y="379222"/>
                          <a:pt x="43788" y="379866"/>
                          <a:pt x="38719" y="378577"/>
                        </a:cubicBezTo>
                        <a:cubicBezTo>
                          <a:pt x="33650" y="377197"/>
                          <a:pt x="29318" y="373883"/>
                          <a:pt x="26738" y="369372"/>
                        </a:cubicBezTo>
                        <a:lnTo>
                          <a:pt x="2683" y="327764"/>
                        </a:lnTo>
                        <a:cubicBezTo>
                          <a:pt x="-2847" y="318282"/>
                          <a:pt x="471" y="306131"/>
                          <a:pt x="9872" y="300700"/>
                        </a:cubicBezTo>
                        <a:lnTo>
                          <a:pt x="28120" y="290206"/>
                        </a:lnTo>
                        <a:cubicBezTo>
                          <a:pt x="27475" y="285604"/>
                          <a:pt x="26645" y="281001"/>
                          <a:pt x="26645" y="276122"/>
                        </a:cubicBezTo>
                        <a:cubicBezTo>
                          <a:pt x="26645" y="271335"/>
                          <a:pt x="27475" y="266733"/>
                          <a:pt x="28120" y="262038"/>
                        </a:cubicBezTo>
                        <a:lnTo>
                          <a:pt x="9872" y="251544"/>
                        </a:lnTo>
                        <a:cubicBezTo>
                          <a:pt x="471" y="246113"/>
                          <a:pt x="-2847" y="233962"/>
                          <a:pt x="2683" y="224572"/>
                        </a:cubicBezTo>
                        <a:lnTo>
                          <a:pt x="26738" y="182964"/>
                        </a:lnTo>
                        <a:cubicBezTo>
                          <a:pt x="29318" y="178361"/>
                          <a:pt x="33650" y="175139"/>
                          <a:pt x="38719" y="173759"/>
                        </a:cubicBezTo>
                        <a:cubicBezTo>
                          <a:pt x="43788" y="172378"/>
                          <a:pt x="49226" y="173114"/>
                          <a:pt x="53742" y="175692"/>
                        </a:cubicBezTo>
                        <a:lnTo>
                          <a:pt x="71806" y="186094"/>
                        </a:lnTo>
                        <a:cubicBezTo>
                          <a:pt x="79455" y="180386"/>
                          <a:pt x="87474" y="175231"/>
                          <a:pt x="96413" y="171457"/>
                        </a:cubicBezTo>
                        <a:lnTo>
                          <a:pt x="96413" y="151113"/>
                        </a:lnTo>
                        <a:cubicBezTo>
                          <a:pt x="96413" y="140159"/>
                          <a:pt x="105261" y="131322"/>
                          <a:pt x="116229" y="131322"/>
                        </a:cubicBezTo>
                        <a:close/>
                        <a:moveTo>
                          <a:pt x="445756" y="83476"/>
                        </a:moveTo>
                        <a:cubicBezTo>
                          <a:pt x="428335" y="83476"/>
                          <a:pt x="414140" y="97557"/>
                          <a:pt x="414140" y="115044"/>
                        </a:cubicBezTo>
                        <a:cubicBezTo>
                          <a:pt x="414140" y="132438"/>
                          <a:pt x="428335" y="146520"/>
                          <a:pt x="445756" y="146520"/>
                        </a:cubicBezTo>
                        <a:cubicBezTo>
                          <a:pt x="463176" y="146520"/>
                          <a:pt x="477371" y="132438"/>
                          <a:pt x="477371" y="115044"/>
                        </a:cubicBezTo>
                        <a:cubicBezTo>
                          <a:pt x="477371" y="97557"/>
                          <a:pt x="463176" y="83476"/>
                          <a:pt x="445756" y="83476"/>
                        </a:cubicBezTo>
                        <a:close/>
                        <a:moveTo>
                          <a:pt x="426676" y="0"/>
                        </a:moveTo>
                        <a:lnTo>
                          <a:pt x="464835" y="0"/>
                        </a:lnTo>
                        <a:cubicBezTo>
                          <a:pt x="473500" y="0"/>
                          <a:pt x="480597" y="7087"/>
                          <a:pt x="480597" y="15738"/>
                        </a:cubicBezTo>
                        <a:lnTo>
                          <a:pt x="480597" y="31936"/>
                        </a:lnTo>
                        <a:cubicBezTo>
                          <a:pt x="487694" y="34881"/>
                          <a:pt x="494054" y="38931"/>
                          <a:pt x="500138" y="43533"/>
                        </a:cubicBezTo>
                        <a:lnTo>
                          <a:pt x="514425" y="35249"/>
                        </a:lnTo>
                        <a:cubicBezTo>
                          <a:pt x="521983" y="30924"/>
                          <a:pt x="531569" y="33501"/>
                          <a:pt x="535901" y="40956"/>
                        </a:cubicBezTo>
                        <a:lnTo>
                          <a:pt x="554981" y="73996"/>
                        </a:lnTo>
                        <a:cubicBezTo>
                          <a:pt x="557101" y="77585"/>
                          <a:pt x="557654" y="81911"/>
                          <a:pt x="556640" y="85961"/>
                        </a:cubicBezTo>
                        <a:cubicBezTo>
                          <a:pt x="555534" y="89918"/>
                          <a:pt x="552861" y="93415"/>
                          <a:pt x="549266" y="95440"/>
                        </a:cubicBezTo>
                        <a:lnTo>
                          <a:pt x="534887" y="103815"/>
                        </a:lnTo>
                        <a:cubicBezTo>
                          <a:pt x="535348" y="107497"/>
                          <a:pt x="535993" y="111178"/>
                          <a:pt x="535993" y="115044"/>
                        </a:cubicBezTo>
                        <a:cubicBezTo>
                          <a:pt x="535993" y="115872"/>
                          <a:pt x="535809" y="116700"/>
                          <a:pt x="535717" y="117621"/>
                        </a:cubicBezTo>
                        <a:lnTo>
                          <a:pt x="521153" y="117621"/>
                        </a:lnTo>
                        <a:cubicBezTo>
                          <a:pt x="490828" y="117621"/>
                          <a:pt x="466126" y="142286"/>
                          <a:pt x="466126" y="172565"/>
                        </a:cubicBezTo>
                        <a:lnTo>
                          <a:pt x="466126" y="229719"/>
                        </a:lnTo>
                        <a:lnTo>
                          <a:pt x="466126" y="242604"/>
                        </a:lnTo>
                        <a:cubicBezTo>
                          <a:pt x="462715" y="237726"/>
                          <a:pt x="458383" y="233493"/>
                          <a:pt x="453590" y="229995"/>
                        </a:cubicBezTo>
                        <a:cubicBezTo>
                          <a:pt x="444465" y="223369"/>
                          <a:pt x="433404" y="219319"/>
                          <a:pt x="421330" y="219319"/>
                        </a:cubicBezTo>
                        <a:lnTo>
                          <a:pt x="411928" y="219319"/>
                        </a:lnTo>
                        <a:cubicBezTo>
                          <a:pt x="411375" y="217755"/>
                          <a:pt x="410914" y="216098"/>
                          <a:pt x="410914" y="214257"/>
                        </a:cubicBezTo>
                        <a:lnTo>
                          <a:pt x="410914" y="198059"/>
                        </a:lnTo>
                        <a:cubicBezTo>
                          <a:pt x="403817" y="195114"/>
                          <a:pt x="397457" y="191064"/>
                          <a:pt x="391373" y="186463"/>
                        </a:cubicBezTo>
                        <a:lnTo>
                          <a:pt x="377086" y="194746"/>
                        </a:lnTo>
                        <a:cubicBezTo>
                          <a:pt x="373492" y="196863"/>
                          <a:pt x="369160" y="197415"/>
                          <a:pt x="365104" y="196310"/>
                        </a:cubicBezTo>
                        <a:cubicBezTo>
                          <a:pt x="361140" y="195206"/>
                          <a:pt x="357638" y="192629"/>
                          <a:pt x="355610" y="189040"/>
                        </a:cubicBezTo>
                        <a:lnTo>
                          <a:pt x="336530" y="155999"/>
                        </a:lnTo>
                        <a:cubicBezTo>
                          <a:pt x="332198" y="148452"/>
                          <a:pt x="334687" y="138881"/>
                          <a:pt x="342245" y="134463"/>
                        </a:cubicBezTo>
                        <a:lnTo>
                          <a:pt x="356716" y="126180"/>
                        </a:lnTo>
                        <a:cubicBezTo>
                          <a:pt x="356163" y="122498"/>
                          <a:pt x="355518" y="118817"/>
                          <a:pt x="355518" y="115044"/>
                        </a:cubicBezTo>
                        <a:cubicBezTo>
                          <a:pt x="355518" y="111178"/>
                          <a:pt x="356163" y="107497"/>
                          <a:pt x="356716" y="103815"/>
                        </a:cubicBezTo>
                        <a:lnTo>
                          <a:pt x="342245" y="95440"/>
                        </a:lnTo>
                        <a:cubicBezTo>
                          <a:pt x="334687" y="91115"/>
                          <a:pt x="332198" y="81543"/>
                          <a:pt x="336530" y="73996"/>
                        </a:cubicBezTo>
                        <a:lnTo>
                          <a:pt x="355610" y="40956"/>
                        </a:lnTo>
                        <a:cubicBezTo>
                          <a:pt x="357638" y="37366"/>
                          <a:pt x="361140" y="34789"/>
                          <a:pt x="365104" y="33685"/>
                        </a:cubicBezTo>
                        <a:cubicBezTo>
                          <a:pt x="369160" y="32580"/>
                          <a:pt x="373492" y="33133"/>
                          <a:pt x="377086" y="35249"/>
                        </a:cubicBezTo>
                        <a:lnTo>
                          <a:pt x="391373" y="43533"/>
                        </a:lnTo>
                        <a:cubicBezTo>
                          <a:pt x="397457" y="38931"/>
                          <a:pt x="403817" y="34881"/>
                          <a:pt x="410914" y="31936"/>
                        </a:cubicBezTo>
                        <a:lnTo>
                          <a:pt x="410914" y="15738"/>
                        </a:lnTo>
                        <a:cubicBezTo>
                          <a:pt x="410914" y="7087"/>
                          <a:pt x="418011" y="0"/>
                          <a:pt x="426676" y="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</p:grpSp>
            <p:sp>
              <p:nvSpPr>
                <p:cNvPr id="27" name="TextBox 27"/>
                <p:cNvSpPr txBox="true"/>
                <p:nvPr/>
              </p:nvSpPr>
              <p:spPr>
                <a:xfrm flipH="false" flipV="false" rot="0">
                  <a:off x="6232364" y="3240469"/>
                  <a:ext cx="656057" cy="63328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b="true" i="false" lang="en-US" sz="3200">
                      <a:ln/>
                      <a:solidFill>
                        <a:srgbClr val="2F2F2F">
                          <a:alpha val="100000"/>
                        </a:srgbClr>
                      </a:solidFill>
                      <a:latin typeface="Calibri"/>
                      <a:ea typeface="Calibri"/>
                      <a:cs typeface="Calibri"/>
                    </a:rPr>
                    <a:t>02</a:t>
                  </a:r>
                  <a:endParaRPr lang="en-US" sz="1100"/>
                </a:p>
              </p:txBody>
            </p:sp>
          </p:grpSp>
          <p:grpSp>
            <p:nvGrpSpPr>
              <p:cNvPr id="28" name="Group 28"/>
              <p:cNvGrpSpPr/>
              <p:nvPr/>
            </p:nvGrpSpPr>
            <p:grpSpPr>
              <a:xfrm flipH="false" flipV="false" rot="0">
                <a:off x="4480860" y="4444596"/>
                <a:ext cx="7038040" cy="1294806"/>
                <a:chOff x="4480860" y="4444596"/>
                <a:chExt cx="7038040" cy="1294806"/>
              </a:xfrm>
            </p:grpSpPr>
            <p:grpSp>
              <p:nvGrpSpPr>
                <p:cNvPr id="29" name="Group 29"/>
                <p:cNvGrpSpPr/>
                <p:nvPr/>
              </p:nvGrpSpPr>
              <p:grpSpPr>
                <a:xfrm flipH="false" flipV="false" rot="0">
                  <a:off x="4480860" y="4444596"/>
                  <a:ext cx="4349309" cy="1294806"/>
                  <a:chOff x="4200525" y="4444596"/>
                  <a:chExt cx="4349309" cy="1294806"/>
                </a:xfrm>
              </p:grpSpPr>
              <p:sp>
                <p:nvSpPr>
                  <p:cNvPr id="30" name="AutoShape 30"/>
                  <p:cNvSpPr/>
                  <p:nvPr/>
                </p:nvSpPr>
                <p:spPr>
                  <a:xfrm flipH="true" flipV="false" rot="0">
                    <a:off x="4200525" y="4444596"/>
                    <a:ext cx="4255928" cy="1294806"/>
                  </a:xfrm>
                  <a:prstGeom prst="roundRect">
                    <a:avLst>
                      <a:gd fmla="val 19014" name="adj"/>
                    </a:avLst>
                  </a:prstGeom>
                  <a:solidFill>
                    <a:srgbClr val="778495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1" name="AutoShape 31"/>
                  <p:cNvSpPr/>
                  <p:nvPr/>
                </p:nvSpPr>
                <p:spPr>
                  <a:xfrm flipH="true" flipV="false" rot="18900000">
                    <a:off x="8166864" y="4900561"/>
                    <a:ext cx="382970" cy="382870"/>
                  </a:xfrm>
                  <a:prstGeom prst="rect">
                    <a:avLst/>
                  </a:prstGeom>
                  <a:solidFill>
                    <a:srgbClr val="778495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32" name="Group 32"/>
                  <p:cNvGrpSpPr/>
                  <p:nvPr/>
                </p:nvGrpSpPr>
                <p:grpSpPr>
                  <a:xfrm flipH="false" flipV="false" rot="0">
                    <a:off x="4310777" y="4461921"/>
                    <a:ext cx="4035424" cy="1260150"/>
                    <a:chOff x="1577477" y="1119608"/>
                    <a:chExt cx="4035424" cy="1260150"/>
                  </a:xfrm>
                </p:grpSpPr>
                <p:sp>
                  <p:nvSpPr>
                    <p:cNvPr id="33" name="TextBox 33"/>
                    <p:cNvSpPr txBox="true"/>
                    <p:nvPr/>
                  </p:nvSpPr>
                  <p:spPr>
                    <a:xfrm flipH="false" flipV="false" rot="0">
                      <a:off x="1577477" y="1659794"/>
                      <a:ext cx="4035424" cy="719964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anchor="t" anchorCtr="false" bIns="45720" lIns="91440" rIns="91440" rtlCol="false" tIns="45720" vert="horz" wrap="square"/>
                    <a:lstStyle/>
                    <a:p>
                      <a:pPr algn="l">
                        <a:lnSpc>
                          <a:spcPct val="120000"/>
                        </a:lnSpc>
                        <a:buFont typeface="Arial"/>
                        <a:buChar char="•"/>
                        <a:defRPr/>
                      </a:pPr>
                      <a:r>
                        <a:rPr b="false" i="false" lang="en-US" sz="1200">
                          <a:ln/>
                          <a:solidFill>
                            <a:srgbClr val="2F2F2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综合运用物质奖励（奖金、股权）与非物质奖励（表彰、晋升机会、培训机会），满足成员多层次的需求。</a:t>
                      </a:r>
                      <a:endParaRPr lang="en-US" sz="1100"/>
                    </a:p>
                  </p:txBody>
                </p:sp>
                <p:sp>
                  <p:nvSpPr>
                    <p:cNvPr id="34" name="TextBox 34"/>
                    <p:cNvSpPr txBox="true"/>
                    <p:nvPr/>
                  </p:nvSpPr>
                  <p:spPr>
                    <a:xfrm flipH="false" flipV="false" rot="0">
                      <a:off x="1577477" y="1119608"/>
                      <a:ext cx="4035424" cy="514785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anchor="b" anchorCtr="false" bIns="45720" lIns="91440" rIns="91440" rtlCol="false" tIns="45720" vert="horz" wrap="square"/>
                    <a:lstStyle/>
                    <a:p>
                      <a:pPr algn="l">
                        <a:spcBef>
                          <a:spcPts val="0"/>
                        </a:spcBef>
                        <a:defRPr/>
                      </a:pPr>
                      <a:r>
                        <a:rPr b="true" i="false" lang="en-US" sz="1800">
                          <a:ln/>
                          <a:solidFill>
                            <a:srgbClr val="2F2F2F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实施多元化激励</a:t>
                      </a:r>
                      <a:endParaRPr lang="en-US" sz="1100"/>
                    </a:p>
                  </p:txBody>
                </p:sp>
              </p:grpSp>
            </p:grpSp>
            <p:grpSp>
              <p:nvGrpSpPr>
                <p:cNvPr id="35" name="Group 35"/>
                <p:cNvGrpSpPr/>
                <p:nvPr/>
              </p:nvGrpSpPr>
              <p:grpSpPr>
                <a:xfrm flipH="false" flipV="false" rot="0">
                  <a:off x="10050023" y="4444596"/>
                  <a:ext cx="1468877" cy="1294806"/>
                  <a:chOff x="9769688" y="4444596"/>
                  <a:chExt cx="1468877" cy="1294806"/>
                </a:xfrm>
              </p:grpSpPr>
              <p:sp>
                <p:nvSpPr>
                  <p:cNvPr id="36" name="AutoShape 36"/>
                  <p:cNvSpPr/>
                  <p:nvPr/>
                </p:nvSpPr>
                <p:spPr>
                  <a:xfrm flipH="true" flipV="false" rot="0">
                    <a:off x="9870011" y="4444596"/>
                    <a:ext cx="1368554" cy="1294806"/>
                  </a:xfrm>
                  <a:prstGeom prst="roundRect">
                    <a:avLst>
                      <a:gd fmla="val 19014" name="adj"/>
                    </a:avLst>
                  </a:prstGeom>
                  <a:solidFill>
                    <a:srgbClr val="778495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7" name="AutoShape 37"/>
                  <p:cNvSpPr/>
                  <p:nvPr/>
                </p:nvSpPr>
                <p:spPr>
                  <a:xfrm flipH="true" flipV="false" rot="18900000">
                    <a:off x="9769688" y="4900562"/>
                    <a:ext cx="382970" cy="382870"/>
                  </a:xfrm>
                  <a:prstGeom prst="rect">
                    <a:avLst/>
                  </a:prstGeom>
                  <a:solidFill>
                    <a:srgbClr val="778495">
                      <a:alpha val="10196"/>
                    </a:srgbClr>
                  </a:solidFill>
                  <a:ln>
                    <a:prstDash val="solid"/>
                    <a:headEnd type="none"/>
                    <a:tailEnd type="none"/>
                  </a:ln>
                </p:spPr>
              </p:sp>
              <p:sp>
                <p:nvSpPr>
                  <p:cNvPr id="38" name="AutoShape 38"/>
                  <p:cNvSpPr/>
                  <p:nvPr/>
                </p:nvSpPr>
                <p:spPr>
                  <a:xfrm flipH="false" flipV="false" rot="0">
                    <a:off x="10320196" y="4858346"/>
                    <a:ext cx="468184" cy="467306"/>
                  </a:xfrm>
                  <a:custGeom>
                    <a:rect b="b" l="l" r="r" t="t"/>
                    <a:pathLst>
                      <a:path h="604568" w="605702">
                        <a:moveTo>
                          <a:pt x="290910" y="156336"/>
                        </a:moveTo>
                        <a:cubicBezTo>
                          <a:pt x="306137" y="157147"/>
                          <a:pt x="321272" y="160032"/>
                          <a:pt x="335849" y="164992"/>
                        </a:cubicBezTo>
                        <a:lnTo>
                          <a:pt x="288310" y="212456"/>
                        </a:lnTo>
                        <a:cubicBezTo>
                          <a:pt x="257856" y="210695"/>
                          <a:pt x="226844" y="221449"/>
                          <a:pt x="203632" y="244717"/>
                        </a:cubicBezTo>
                        <a:cubicBezTo>
                          <a:pt x="160271" y="287918"/>
                          <a:pt x="160271" y="358187"/>
                          <a:pt x="203632" y="401388"/>
                        </a:cubicBezTo>
                        <a:cubicBezTo>
                          <a:pt x="246900" y="444680"/>
                          <a:pt x="317279" y="444680"/>
                          <a:pt x="360547" y="401388"/>
                        </a:cubicBezTo>
                        <a:cubicBezTo>
                          <a:pt x="383852" y="378211"/>
                          <a:pt x="394623" y="347156"/>
                          <a:pt x="392859" y="316749"/>
                        </a:cubicBezTo>
                        <a:lnTo>
                          <a:pt x="440397" y="269284"/>
                        </a:lnTo>
                        <a:cubicBezTo>
                          <a:pt x="460267" y="327595"/>
                          <a:pt x="446897" y="394620"/>
                          <a:pt x="400287" y="441065"/>
                        </a:cubicBezTo>
                        <a:cubicBezTo>
                          <a:pt x="335106" y="506236"/>
                          <a:pt x="229073" y="506236"/>
                          <a:pt x="163892" y="441065"/>
                        </a:cubicBezTo>
                        <a:cubicBezTo>
                          <a:pt x="98619" y="375987"/>
                          <a:pt x="98619" y="270118"/>
                          <a:pt x="163892" y="205040"/>
                        </a:cubicBezTo>
                        <a:cubicBezTo>
                          <a:pt x="198711" y="170137"/>
                          <a:pt x="245228" y="153902"/>
                          <a:pt x="290910" y="156336"/>
                        </a:cubicBezTo>
                        <a:close/>
                        <a:moveTo>
                          <a:pt x="246542" y="43775"/>
                        </a:moveTo>
                        <a:cubicBezTo>
                          <a:pt x="306463" y="36243"/>
                          <a:pt x="368345" y="47900"/>
                          <a:pt x="422196" y="78723"/>
                        </a:cubicBezTo>
                        <a:lnTo>
                          <a:pt x="376794" y="124054"/>
                        </a:lnTo>
                        <a:cubicBezTo>
                          <a:pt x="294811" y="85305"/>
                          <a:pt x="193980" y="99581"/>
                          <a:pt x="126109" y="167345"/>
                        </a:cubicBezTo>
                        <a:cubicBezTo>
                          <a:pt x="39948" y="253371"/>
                          <a:pt x="39948" y="392793"/>
                          <a:pt x="126109" y="478820"/>
                        </a:cubicBezTo>
                        <a:cubicBezTo>
                          <a:pt x="212271" y="564846"/>
                          <a:pt x="351912" y="564846"/>
                          <a:pt x="438073" y="478820"/>
                        </a:cubicBezTo>
                        <a:cubicBezTo>
                          <a:pt x="505944" y="411055"/>
                          <a:pt x="520428" y="310382"/>
                          <a:pt x="481432" y="228527"/>
                        </a:cubicBezTo>
                        <a:lnTo>
                          <a:pt x="526741" y="183011"/>
                        </a:lnTo>
                        <a:cubicBezTo>
                          <a:pt x="588484" y="290544"/>
                          <a:pt x="573350" y="430244"/>
                          <a:pt x="481432" y="522111"/>
                        </a:cubicBezTo>
                        <a:cubicBezTo>
                          <a:pt x="371316" y="632054"/>
                          <a:pt x="192866" y="632054"/>
                          <a:pt x="82657" y="522111"/>
                        </a:cubicBezTo>
                        <a:cubicBezTo>
                          <a:pt x="-27552" y="412168"/>
                          <a:pt x="-27552" y="233997"/>
                          <a:pt x="82657" y="123961"/>
                        </a:cubicBezTo>
                        <a:cubicBezTo>
                          <a:pt x="128662" y="78028"/>
                          <a:pt x="186622" y="51307"/>
                          <a:pt x="246542" y="43775"/>
                        </a:cubicBezTo>
                        <a:close/>
                        <a:moveTo>
                          <a:pt x="536061" y="0"/>
                        </a:moveTo>
                        <a:lnTo>
                          <a:pt x="544232" y="61368"/>
                        </a:lnTo>
                        <a:lnTo>
                          <a:pt x="605702" y="69526"/>
                        </a:lnTo>
                        <a:lnTo>
                          <a:pt x="524361" y="150732"/>
                        </a:lnTo>
                        <a:lnTo>
                          <a:pt x="498361" y="147302"/>
                        </a:lnTo>
                        <a:lnTo>
                          <a:pt x="337721" y="307767"/>
                        </a:lnTo>
                        <a:cubicBezTo>
                          <a:pt x="339021" y="312588"/>
                          <a:pt x="339764" y="317779"/>
                          <a:pt x="339764" y="323063"/>
                        </a:cubicBezTo>
                        <a:cubicBezTo>
                          <a:pt x="339764" y="354859"/>
                          <a:pt x="313950" y="380630"/>
                          <a:pt x="282101" y="380630"/>
                        </a:cubicBezTo>
                        <a:cubicBezTo>
                          <a:pt x="250251" y="380630"/>
                          <a:pt x="224437" y="354859"/>
                          <a:pt x="224437" y="323063"/>
                        </a:cubicBezTo>
                        <a:cubicBezTo>
                          <a:pt x="224437" y="291266"/>
                          <a:pt x="250251" y="265495"/>
                          <a:pt x="282101" y="265495"/>
                        </a:cubicBezTo>
                        <a:cubicBezTo>
                          <a:pt x="287393" y="265495"/>
                          <a:pt x="292500" y="266237"/>
                          <a:pt x="297422" y="267535"/>
                        </a:cubicBezTo>
                        <a:lnTo>
                          <a:pt x="458155" y="107162"/>
                        </a:lnTo>
                        <a:lnTo>
                          <a:pt x="454719" y="81206"/>
                        </a:lnTo>
                        <a:close/>
                      </a:path>
                    </a:pathLst>
                  </a:custGeom>
                  <a:solidFill>
                    <a:srgbClr val="2F2F2F">
                      <a:alpha val="100000"/>
                      <a:lumMod val="50000"/>
                      <a:lumOff val="50000"/>
                    </a:srgbClr>
                  </a:solidFill>
                  <a:ln>
                    <a:headEnd type="none"/>
                    <a:tailEnd type="none"/>
                  </a:ln>
                </p:spPr>
              </p:sp>
            </p:grpSp>
            <p:sp>
              <p:nvSpPr>
                <p:cNvPr id="39" name="TextBox 39"/>
                <p:cNvSpPr txBox="true"/>
                <p:nvPr/>
              </p:nvSpPr>
              <p:spPr>
                <a:xfrm flipH="false" flipV="false" rot="0">
                  <a:off x="9112067" y="4775355"/>
                  <a:ext cx="656057" cy="63328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anchor="ctr" anchorCtr="false" bIns="45720" lIns="91440" rIns="91440" rtlCol="false" tIns="45720" vert="horz" wrap="square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b="true" i="false" lang="en-US" sz="3200">
                      <a:ln/>
                      <a:solidFill>
                        <a:srgbClr val="2F2F2F">
                          <a:alpha val="100000"/>
                        </a:srgbClr>
                      </a:solidFill>
                      <a:latin typeface="Calibri"/>
                      <a:ea typeface="Calibri"/>
                      <a:cs typeface="Calibri"/>
                    </a:rPr>
                    <a:t>03</a:t>
                  </a:r>
                  <a:endParaRPr lang="en-US" sz="1100"/>
                </a:p>
              </p:txBody>
            </p:sp>
          </p:grpSp>
        </p:grpSp>
        <p:sp>
          <p:nvSpPr>
            <p:cNvPr id="40" name="TextBox 40"/>
            <p:cNvSpPr txBox="true"/>
            <p:nvPr/>
          </p:nvSpPr>
          <p:spPr>
            <a:xfrm flipH="false" flipV="false" rot="0">
              <a:off x="673101" y="1374824"/>
              <a:ext cx="3918011" cy="208019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b" anchorCtr="false" bIns="46800" lIns="90000" rIns="90000" rtlCol="false" tIns="46800" vert="horz" wrap="square"/>
            <a:lstStyle/>
            <a:p>
              <a:pPr algn="l">
                <a:defRPr/>
              </a:pPr>
              <a:r>
                <a:rPr b="true" i="false" lang="en-US" sz="28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科学的激励制度能够有效引导和强化合作行为。</a:t>
              </a:r>
              <a:endParaRPr lang="en-US" sz="1100"/>
            </a:p>
          </p:txBody>
        </p:sp>
      </p:grpSp>
      <p:sp>
        <p:nvSpPr>
          <p:cNvPr id="41" name="TextBox 41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设计激励机制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2708041" y="2355689"/>
            <a:ext cx="6763218" cy="10792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4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协作工具箱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2708041" y="3446742"/>
            <a:ext cx="6763218" cy="167748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45720" lIns="91440" rIns="91440" rtlCol="false" tIns="45720" vert="horz" wrap="square"/>
          <a:lstStyle/>
          <a:p>
            <a:pPr algn="ctr">
              <a:lnSpc>
                <a:spcPct val="120000"/>
              </a:lnSpc>
              <a:spcBef>
                <a:spcPts val="1000"/>
              </a:spcBef>
              <a:defRPr/>
            </a:pPr>
            <a:r>
              <a:rPr b="false" i="false" lang="en-US" sz="20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善用方法与工具，能让团队协作事半功倍。本章将介绍一系列实用的协作方法论与数字化工具，助您轻松落地协作实践。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1b55879-530c-49c7-b9f5-21e5b01e75e2"/>
          <p:cNvGrpSpPr/>
          <p:nvPr/>
        </p:nvGrpSpPr>
        <p:grpSpPr>
          <a:xfrm flipH="false" flipV="false" rot="0"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掌握系统性的协作框架，让协作更科学、更高效。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1562100" y="2812221"/>
              <a:ext cx="2646380" cy="3321879"/>
              <a:chOff x="1562100" y="2812221"/>
              <a:chExt cx="2646380" cy="3321879"/>
            </a:xfrm>
          </p:grpSpPr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2435290" y="2812221"/>
                <a:ext cx="900000" cy="899996"/>
              </a:xfrm>
              <a:prstGeom prst="ellipse">
                <a:avLst/>
              </a:prstGeom>
              <a:solidFill>
                <a:srgbClr val="778495">
                  <a:alpha val="70196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0" lIns="0" rIns="0" rtlCol="false" tIns="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1562100" y="3818803"/>
                <a:ext cx="2646380" cy="4616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OKR目标管理法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1562100" y="4280468"/>
                <a:ext cx="2646380" cy="18536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90000" lIns="90000" rIns="90000" rtlCol="false" tIns="900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通过设定公开、透明的目标（Objectives）与关键结果（Key Results），确保团队成员始终朝着同一方向努力，提升执行力。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flipH="false" flipV="false" rot="0">
              <a:off x="4766459" y="2812219"/>
              <a:ext cx="2646380" cy="3321881"/>
              <a:chOff x="4766459" y="2812219"/>
              <a:chExt cx="2646380" cy="3321881"/>
            </a:xfrm>
          </p:grpSpPr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5639648" y="2812219"/>
                <a:ext cx="900003" cy="900000"/>
              </a:xfrm>
              <a:prstGeom prst="ellipse">
                <a:avLst/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0" lIns="0" rIns="0" rtlCol="false" tIns="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4766459" y="3818803"/>
                <a:ext cx="2646380" cy="4616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Scrum敏捷框架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4766459" y="4280468"/>
                <a:ext cx="2646380" cy="18536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90000" lIns="90000" rIns="90000" rtlCol="false" tIns="900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将大项目分解为多个短周期的冲刺（Sprint），通过每日站会、迭代评审等机制，实现快速响应变化和持续交付价值。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flipH="false" flipV="false" rot="0">
              <a:off x="7970820" y="2812221"/>
              <a:ext cx="2646380" cy="3321879"/>
              <a:chOff x="7970820" y="2812221"/>
              <a:chExt cx="2646380" cy="3321879"/>
            </a:xfrm>
          </p:grpSpPr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8844010" y="2812221"/>
                <a:ext cx="900000" cy="899996"/>
              </a:xfrm>
              <a:prstGeom prst="ellipse">
                <a:avLst/>
              </a:prstGeom>
              <a:solidFill>
                <a:srgbClr val="778495">
                  <a:alpha val="70196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0" lIns="0" rIns="0" rtlCol="false" tIns="0" vert="horz" wrap="non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7970820" y="3818803"/>
                <a:ext cx="2646380" cy="46166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六顶思考帽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7970820" y="4280468"/>
                <a:ext cx="2646380" cy="185363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true" bIns="90000" lIns="90000" rIns="90000" rtlCol="false" tIns="9000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运用平行思维模型，引导团队成员从不同角度（事实、情感、批判、乐观、创造、控制）同时思考问题，提升会议效率和决策质量。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实践方法论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fe2a4ef-cc4d-4ab9-8dd6-3aab0df31446"/>
          <p:cNvGrpSpPr/>
          <p:nvPr/>
        </p:nvGrpSpPr>
        <p:grpSpPr>
          <a:xfrm flipH="false" flipV="false" rot="0">
            <a:off x="649111" y="1130300"/>
            <a:ext cx="10893778" cy="5003800"/>
            <a:chOff x="649111" y="1130300"/>
            <a:chExt cx="10893778" cy="5003800"/>
          </a:xfrm>
        </p:grpSpPr>
        <p:sp>
          <p:nvSpPr>
            <p:cNvPr id="3" name="TextBox 3"/>
            <p:cNvSpPr txBox="true"/>
            <p:nvPr/>
          </p:nvSpPr>
          <p:spPr>
            <a:xfrm flipH="false" flipV="false" rot="0">
              <a:off x="660400" y="1130300"/>
              <a:ext cx="10858500" cy="771071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anchor="t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善用科技工具，打破时空限制，提升协作效率。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flipH="false" flipV="false" rot="0">
              <a:off x="649111" y="2435579"/>
              <a:ext cx="3103003" cy="3698521"/>
              <a:chOff x="649111" y="3206045"/>
              <a:chExt cx="3103003" cy="3698521"/>
            </a:xfrm>
          </p:grpSpPr>
          <p:sp>
            <p:nvSpPr>
              <p:cNvPr id="5" name="TextBox 5"/>
              <p:cNvSpPr txBox="true"/>
              <p:nvPr/>
            </p:nvSpPr>
            <p:spPr>
              <a:xfrm flipH="false" flipV="false" rot="0">
                <a:off x="649111" y="3206045"/>
                <a:ext cx="2060544" cy="6354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240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TextBox 6"/>
              <p:cNvSpPr txBox="true"/>
              <p:nvPr/>
            </p:nvSpPr>
            <p:spPr>
              <a:xfrm flipH="false" flipV="false" rot="0">
                <a:off x="649111" y="4095341"/>
                <a:ext cx="3103003" cy="635421"/>
              </a:xfrm>
              <a:prstGeom prst="roundRect">
                <a:avLst>
                  <a:gd fmla="val 17579" name="adj"/>
                </a:avLst>
              </a:prstGeom>
              <a:gradFill>
                <a:gsLst>
                  <a:gs pos="0">
                    <a:srgbClr val="299777">
                      <a:alpha val="100000"/>
                      <a:lumMod val="60000"/>
                      <a:lumOff val="40000"/>
                    </a:srgbClr>
                  </a:gs>
                  <a:gs pos="60000">
                    <a:srgbClr val="299777">
                      <a:alpha val="100000"/>
                    </a:srgbClr>
                  </a:gs>
                </a:gsLst>
                <a:lin ang="2700000"/>
              </a:gra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b="true" i="false" lang="en-US" strike="noStrike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项目管理类</a:t>
                </a:r>
                <a:endParaRPr lang="en-US" sz="1100"/>
              </a:p>
            </p:txBody>
          </p:sp>
          <p:sp>
            <p:nvSpPr>
              <p:cNvPr id="7" name="TextBox 7"/>
              <p:cNvSpPr txBox="true"/>
              <p:nvPr/>
            </p:nvSpPr>
            <p:spPr>
              <a:xfrm flipH="false" flipV="false" rot="0">
                <a:off x="649111" y="4940300"/>
                <a:ext cx="3103003" cy="19642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Worktile、Trello、Asana，通过可视化任务板，清晰追踪任务进度，让项目管理一目了然。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flipH="false" flipV="false" rot="0">
              <a:off x="4544498" y="2435579"/>
              <a:ext cx="3103003" cy="3698521"/>
              <a:chOff x="4429364" y="3206045"/>
              <a:chExt cx="3103003" cy="3698521"/>
            </a:xfrm>
          </p:grpSpPr>
          <p:sp>
            <p:nvSpPr>
              <p:cNvPr id="9" name="TextBox 9"/>
              <p:cNvSpPr txBox="true"/>
              <p:nvPr/>
            </p:nvSpPr>
            <p:spPr>
              <a:xfrm flipH="false" flipV="false" rot="0">
                <a:off x="4429364" y="3206045"/>
                <a:ext cx="2060544" cy="6354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240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0" name="TextBox 10"/>
              <p:cNvSpPr txBox="true"/>
              <p:nvPr/>
            </p:nvSpPr>
            <p:spPr>
              <a:xfrm flipH="false" flipV="false" rot="0">
                <a:off x="4429364" y="4082367"/>
                <a:ext cx="3103003" cy="635421"/>
              </a:xfrm>
              <a:prstGeom prst="roundRect">
                <a:avLst>
                  <a:gd fmla="val 17579" name="adj"/>
                </a:avLst>
              </a:prstGeom>
              <a:gradFill>
                <a:gsLst>
                  <a:gs pos="0">
                    <a:srgbClr val="DFBD03">
                      <a:alpha val="100000"/>
                      <a:lumMod val="60000"/>
                      <a:lumOff val="40000"/>
                    </a:srgbClr>
                  </a:gs>
                  <a:gs pos="60000">
                    <a:srgbClr val="DFBD03">
                      <a:alpha val="100000"/>
                    </a:srgbClr>
                  </a:gs>
                </a:gsLst>
                <a:lin ang="2700000"/>
              </a:gra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即时通讯类</a:t>
                </a:r>
                <a:endParaRPr lang="en-US" sz="1100"/>
              </a:p>
            </p:txBody>
          </p:sp>
          <p:sp>
            <p:nvSpPr>
              <p:cNvPr id="11" name="TextBox 11"/>
              <p:cNvSpPr txBox="true"/>
              <p:nvPr/>
            </p:nvSpPr>
            <p:spPr>
              <a:xfrm flipH="false" flipV="false" rot="0">
                <a:off x="4429364" y="4940300"/>
                <a:ext cx="3103003" cy="19642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Slack、腾讯会议、Microsoft Teams，提供整合的沟通渠道，快速建立讨论组，有效减少信息孤岛。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flipH="false" flipV="false" rot="0">
              <a:off x="8439886" y="2435579"/>
              <a:ext cx="3103003" cy="3698521"/>
              <a:chOff x="7532367" y="3206045"/>
              <a:chExt cx="3103003" cy="3698521"/>
            </a:xfrm>
          </p:grpSpPr>
          <p:sp>
            <p:nvSpPr>
              <p:cNvPr id="13" name="TextBox 13"/>
              <p:cNvSpPr txBox="true"/>
              <p:nvPr/>
            </p:nvSpPr>
            <p:spPr>
              <a:xfrm flipH="false" flipV="false" rot="0">
                <a:off x="7532367" y="3206045"/>
                <a:ext cx="2060544" cy="6354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false" bIns="45720" lIns="91440" rIns="91440" rtlCol="false" tIns="45720" vert="horz" wrap="none"/>
              <a:lstStyle/>
              <a:p>
                <a:pPr algn="l">
                  <a:defRPr/>
                </a:pPr>
                <a:r>
                  <a:rPr b="true" i="false" lang="en-US" sz="2400">
                    <a:ln/>
                    <a:solidFill>
                      <a:srgbClr val="2F2F2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 </a:t>
                </a:r>
                <a:endParaRPr lang="en-US" sz="1100"/>
              </a:p>
            </p:txBody>
          </p:sp>
          <p:sp>
            <p:nvSpPr>
              <p:cNvPr id="14" name="TextBox 14"/>
              <p:cNvSpPr txBox="true"/>
              <p:nvPr/>
            </p:nvSpPr>
            <p:spPr>
              <a:xfrm flipH="false" flipV="false" rot="0">
                <a:off x="7532367" y="4071800"/>
                <a:ext cx="3062724" cy="635421"/>
              </a:xfrm>
              <a:prstGeom prst="roundRect">
                <a:avLst>
                  <a:gd fmla="val 17579" name="adj"/>
                </a:avLst>
              </a:prstGeom>
              <a:gradFill>
                <a:gsLst>
                  <a:gs pos="0">
                    <a:srgbClr val="569A36">
                      <a:alpha val="100000"/>
                      <a:lumMod val="60000"/>
                      <a:lumOff val="40000"/>
                    </a:srgbClr>
                  </a:gs>
                  <a:gs pos="60000">
                    <a:srgbClr val="569A36">
                      <a:alpha val="100000"/>
                    </a:srgbClr>
                  </a:gs>
                </a:gsLst>
                <a:lin ang="2700000"/>
              </a:gradFill>
              <a:ln w="6350">
                <a:solidFill>
                  <a:srgbClr val="FFFFFF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false" lang="en-US" sz="180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文档协作类</a:t>
                </a:r>
                <a:endParaRPr lang="en-US" sz="1100"/>
              </a:p>
            </p:txBody>
          </p:sp>
          <p:sp>
            <p:nvSpPr>
              <p:cNvPr id="15" name="TextBox 15"/>
              <p:cNvSpPr txBox="true"/>
              <p:nvPr/>
            </p:nvSpPr>
            <p:spPr>
              <a:xfrm flipH="false" flipV="false" rot="0">
                <a:off x="7532367" y="4940300"/>
                <a:ext cx="3103003" cy="196426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anchor="t" anchorCtr="false" bIns="45720" lIns="91440" rIns="91440" rtlCol="false" tIns="45720" vert="horz" wrap="square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腾讯文档、Google Docs、Notion，允许多人同时在线编辑和评论，彻底告别版本混乱，提升文书工作效率。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数字化协作工具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da7a2dc-5497-47bd-8308-2ac592c332a5"/>
          <p:cNvGrpSpPr/>
          <p:nvPr/>
        </p:nvGrpSpPr>
        <p:grpSpPr>
          <a:xfrm flipH="false" flipV="false" rot="0">
            <a:off x="673100" y="1301750"/>
            <a:ext cx="10845800" cy="4832350"/>
            <a:chOff x="673100" y="1301750"/>
            <a:chExt cx="10845800" cy="4832350"/>
          </a:xfrm>
        </p:grpSpPr>
        <p:sp>
          <p:nvSpPr>
            <p:cNvPr id="3" name="AutoShape 3"/>
            <p:cNvSpPr/>
            <p:nvPr/>
          </p:nvSpPr>
          <p:spPr>
            <a:xfrm flipH="false" flipV="false" rot="0">
              <a:off x="3637359" y="2454275"/>
              <a:ext cx="892176" cy="892176"/>
            </a:xfrm>
            <a:prstGeom prst="ellipse">
              <a:avLst/>
            </a:prstGeom>
            <a:solidFill>
              <a:srgbClr val="778495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false" flipV="false" rot="0">
              <a:off x="7662466" y="2454275"/>
              <a:ext cx="892176" cy="892176"/>
            </a:xfrm>
            <a:prstGeom prst="ellipse">
              <a:avLst/>
            </a:prstGeom>
            <a:solidFill>
              <a:srgbClr val="778495">
                <a:alpha val="5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false" flipV="true" rot="0">
              <a:off x="1216026" y="2063270"/>
              <a:ext cx="539435" cy="762482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false" flipV="false" rot="0">
              <a:off x="2386325" y="2063270"/>
              <a:ext cx="1251034" cy="837093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false" flipV="true" rot="0">
              <a:off x="4529535" y="2063270"/>
              <a:ext cx="1251034" cy="837093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H="true" flipV="false" rot="0">
              <a:off x="5742651" y="2193926"/>
              <a:ext cx="353350" cy="439873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 flipH="false" flipV="false" rot="0">
              <a:off x="6411433" y="2063270"/>
              <a:ext cx="1251033" cy="837093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flipH="false" flipV="true" rot="0">
              <a:off x="8554642" y="1919287"/>
              <a:ext cx="1141809" cy="981076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H="false" flipV="false" rot="0">
              <a:off x="10121107" y="2193926"/>
              <a:ext cx="854867" cy="631826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false" flipV="false" rot="0">
              <a:off x="8066386" y="4015595"/>
              <a:ext cx="0" cy="1276495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 flipH="false" flipV="false" rot="0">
              <a:off x="4080540" y="4015595"/>
              <a:ext cx="0" cy="1276495"/>
            </a:xfrm>
            <a:prstGeom prst="line">
              <a:avLst/>
            </a:prstGeom>
            <a:ln w="12700">
              <a:solidFill>
                <a:srgbClr val="778495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4" name="TextBox 14"/>
            <p:cNvSpPr txBox="true"/>
            <p:nvPr/>
          </p:nvSpPr>
          <p:spPr>
            <a:xfrm flipH="false" flipV="false" rot="0">
              <a:off x="673100" y="5292090"/>
              <a:ext cx="10845800" cy="84201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anchor="b" anchorCtr="true" bIns="45720" lIns="91440" rIns="91440" rtlCol="false" tIns="45720" vert="horz" wrap="square"/>
            <a:lstStyle/>
            <a:p>
              <a:pPr algn="ctr">
                <a:defRPr/>
              </a:pPr>
              <a:r>
                <a:rPr b="true" i="false" lang="en-US" sz="2400">
                  <a:ln/>
                  <a:solidFill>
                    <a:srgbClr val="2F2F2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将理论转化为实践，持续迭代，成就卓越团队。</a:t>
              </a:r>
              <a:endParaRPr lang="en-US" sz="1100"/>
            </a:p>
          </p:txBody>
        </p:sp>
        <p:grpSp>
          <p:nvGrpSpPr>
            <p:cNvPr id="15" name="Group 15"/>
            <p:cNvGrpSpPr/>
            <p:nvPr/>
          </p:nvGrpSpPr>
          <p:grpSpPr>
            <a:xfrm flipH="false" flipV="false" rot="0">
              <a:off x="673100" y="1301750"/>
              <a:ext cx="2964259" cy="3863040"/>
              <a:chOff x="673100" y="1301750"/>
              <a:chExt cx="2964259" cy="3863040"/>
            </a:xfrm>
          </p:grpSpPr>
          <p:sp>
            <p:nvSpPr>
              <p:cNvPr id="16" name="TextBox 16"/>
              <p:cNvSpPr txBox="true"/>
              <p:nvPr/>
            </p:nvSpPr>
            <p:spPr>
              <a:xfrm flipH="false" flipV="false" rot="0">
                <a:off x="1624805" y="1301750"/>
                <a:ext cx="892176" cy="892176"/>
              </a:xfrm>
              <a:prstGeom prst="ellipse">
                <a:avLst/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tru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 flipH="false" flipV="false" rot="0">
                <a:off x="673100" y="2554289"/>
                <a:ext cx="542926" cy="542926"/>
              </a:xfrm>
              <a:prstGeom prst="ellipse">
                <a:avLst/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 flipH="false" flipV="false" rot="0">
                <a:off x="833526" y="2703515"/>
                <a:ext cx="222074" cy="244474"/>
              </a:xfrm>
              <a:custGeom>
                <a:rect b="b" l="l" r="r" t="t"/>
                <a:pathLst>
                  <a:path h="4400" w="3990">
                    <a:moveTo>
                      <a:pt x="3910" y="941"/>
                    </a:moveTo>
                    <a:cubicBezTo>
                      <a:pt x="3860" y="903"/>
                      <a:pt x="3794" y="891"/>
                      <a:pt x="3734" y="909"/>
                    </a:cubicBezTo>
                    <a:cubicBezTo>
                      <a:pt x="3623" y="941"/>
                      <a:pt x="3509" y="958"/>
                      <a:pt x="3397" y="958"/>
                    </a:cubicBezTo>
                    <a:cubicBezTo>
                      <a:pt x="3075" y="958"/>
                      <a:pt x="2755" y="863"/>
                      <a:pt x="2521" y="698"/>
                    </a:cubicBezTo>
                    <a:cubicBezTo>
                      <a:pt x="2314" y="553"/>
                      <a:pt x="2195" y="371"/>
                      <a:pt x="2195" y="200"/>
                    </a:cubicBezTo>
                    <a:cubicBezTo>
                      <a:pt x="2195" y="90"/>
                      <a:pt x="2105" y="0"/>
                      <a:pt x="1995" y="0"/>
                    </a:cubicBezTo>
                    <a:cubicBezTo>
                      <a:pt x="1885" y="0"/>
                      <a:pt x="1795" y="90"/>
                      <a:pt x="1795" y="200"/>
                    </a:cubicBezTo>
                    <a:cubicBezTo>
                      <a:pt x="1795" y="371"/>
                      <a:pt x="1676" y="553"/>
                      <a:pt x="1469" y="698"/>
                    </a:cubicBezTo>
                    <a:cubicBezTo>
                      <a:pt x="1235" y="863"/>
                      <a:pt x="915" y="958"/>
                      <a:pt x="593" y="958"/>
                    </a:cubicBezTo>
                    <a:cubicBezTo>
                      <a:pt x="481" y="958"/>
                      <a:pt x="367" y="941"/>
                      <a:pt x="256" y="909"/>
                    </a:cubicBezTo>
                    <a:cubicBezTo>
                      <a:pt x="196" y="891"/>
                      <a:pt x="130" y="903"/>
                      <a:pt x="80" y="941"/>
                    </a:cubicBezTo>
                    <a:cubicBezTo>
                      <a:pt x="30" y="979"/>
                      <a:pt x="0" y="1038"/>
                      <a:pt x="0" y="1101"/>
                    </a:cubicBezTo>
                    <a:cubicBezTo>
                      <a:pt x="3" y="2165"/>
                      <a:pt x="470" y="3002"/>
                      <a:pt x="749" y="3406"/>
                    </a:cubicBezTo>
                    <a:cubicBezTo>
                      <a:pt x="943" y="3689"/>
                      <a:pt x="1162" y="3933"/>
                      <a:pt x="1379" y="4111"/>
                    </a:cubicBezTo>
                    <a:cubicBezTo>
                      <a:pt x="1540" y="4243"/>
                      <a:pt x="1777" y="4400"/>
                      <a:pt x="1995" y="4400"/>
                    </a:cubicBezTo>
                    <a:cubicBezTo>
                      <a:pt x="2213" y="4400"/>
                      <a:pt x="2450" y="4243"/>
                      <a:pt x="2611" y="4111"/>
                    </a:cubicBezTo>
                    <a:cubicBezTo>
                      <a:pt x="2828" y="3933"/>
                      <a:pt x="3047" y="3689"/>
                      <a:pt x="3241" y="3406"/>
                    </a:cubicBezTo>
                    <a:cubicBezTo>
                      <a:pt x="3520" y="3002"/>
                      <a:pt x="3987" y="2165"/>
                      <a:pt x="3990" y="1101"/>
                    </a:cubicBezTo>
                    <a:cubicBezTo>
                      <a:pt x="3990" y="1038"/>
                      <a:pt x="3960" y="979"/>
                      <a:pt x="3910" y="941"/>
                    </a:cubicBezTo>
                    <a:close/>
                    <a:moveTo>
                      <a:pt x="1236" y="3002"/>
                    </a:moveTo>
                    <a:cubicBezTo>
                      <a:pt x="1236" y="2583"/>
                      <a:pt x="1576" y="2243"/>
                      <a:pt x="1995" y="2243"/>
                    </a:cubicBezTo>
                    <a:cubicBezTo>
                      <a:pt x="1725" y="2243"/>
                      <a:pt x="1507" y="2024"/>
                      <a:pt x="1507" y="1755"/>
                    </a:cubicBezTo>
                    <a:cubicBezTo>
                      <a:pt x="1507" y="1485"/>
                      <a:pt x="1725" y="1267"/>
                      <a:pt x="1995" y="1267"/>
                    </a:cubicBezTo>
                    <a:cubicBezTo>
                      <a:pt x="2265" y="1267"/>
                      <a:pt x="2483" y="1485"/>
                      <a:pt x="2483" y="1755"/>
                    </a:cubicBezTo>
                    <a:cubicBezTo>
                      <a:pt x="2483" y="2024"/>
                      <a:pt x="2265" y="2243"/>
                      <a:pt x="1995" y="2243"/>
                    </a:cubicBezTo>
                    <a:cubicBezTo>
                      <a:pt x="2414" y="2243"/>
                      <a:pt x="2754" y="2583"/>
                      <a:pt x="2754" y="3002"/>
                    </a:cubicBezTo>
                    <a:lnTo>
                      <a:pt x="1236" y="3002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true"/>
              <p:nvPr/>
            </p:nvSpPr>
            <p:spPr>
              <a:xfrm flipH="false" flipV="false" rot="0">
                <a:off x="673100" y="4201882"/>
                <a:ext cx="2964259" cy="962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反思当前团队协作中的痛点，选择1-2个最亟待改进的方面，并确定具体的、可执行的行动项。</a:t>
                </a:r>
                <a:endParaRPr lang="en-US" sz="1100"/>
              </a:p>
            </p:txBody>
          </p:sp>
          <p:sp>
            <p:nvSpPr>
              <p:cNvPr id="20" name="TextBox 20"/>
              <p:cNvSpPr txBox="true"/>
              <p:nvPr/>
            </p:nvSpPr>
            <p:spPr>
              <a:xfrm flipH="false" flipV="false" rot="0">
                <a:off x="673100" y="3646493"/>
                <a:ext cx="2964259" cy="4732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制定个人行动计划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flipH="false" flipV="false" rot="0">
              <a:off x="4613871" y="1301750"/>
              <a:ext cx="2964259" cy="3863040"/>
              <a:chOff x="4613871" y="1301750"/>
              <a:chExt cx="2964259" cy="3863040"/>
            </a:xfrm>
          </p:grpSpPr>
          <p:sp>
            <p:nvSpPr>
              <p:cNvPr id="22" name="TextBox 22"/>
              <p:cNvSpPr txBox="true"/>
              <p:nvPr/>
            </p:nvSpPr>
            <p:spPr>
              <a:xfrm flipH="false" flipV="false" rot="0">
                <a:off x="5649913" y="1301750"/>
                <a:ext cx="892176" cy="892176"/>
              </a:xfrm>
              <a:prstGeom prst="ellipse">
                <a:avLst/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tru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23" name="AutoShape 23"/>
              <p:cNvSpPr/>
              <p:nvPr/>
            </p:nvSpPr>
            <p:spPr>
              <a:xfrm flipH="false" flipV="false" rot="0">
                <a:off x="5279235" y="2554289"/>
                <a:ext cx="542926" cy="542926"/>
              </a:xfrm>
              <a:prstGeom prst="ellipse">
                <a:avLst/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 flipH="false" flipV="false" rot="0">
                <a:off x="5428461" y="2704236"/>
                <a:ext cx="244474" cy="243031"/>
              </a:xfrm>
              <a:custGeom>
                <a:rect b="b" l="l" r="r" t="t"/>
                <a:pathLst>
                  <a:path h="4800" w="4820">
                    <a:moveTo>
                      <a:pt x="4741" y="4458"/>
                    </a:moveTo>
                    <a:lnTo>
                      <a:pt x="3890" y="3607"/>
                    </a:lnTo>
                    <a:cubicBezTo>
                      <a:pt x="4208" y="3225"/>
                      <a:pt x="4400" y="2735"/>
                      <a:pt x="4400" y="2200"/>
                    </a:cubicBezTo>
                    <a:cubicBezTo>
                      <a:pt x="4400" y="987"/>
                      <a:pt x="3413" y="0"/>
                      <a:pt x="2200" y="0"/>
                    </a:cubicBezTo>
                    <a:cubicBezTo>
                      <a:pt x="987" y="0"/>
                      <a:pt x="0" y="987"/>
                      <a:pt x="0" y="2200"/>
                    </a:cubicBezTo>
                    <a:cubicBezTo>
                      <a:pt x="0" y="3413"/>
                      <a:pt x="987" y="4400"/>
                      <a:pt x="2200" y="4400"/>
                    </a:cubicBezTo>
                    <a:cubicBezTo>
                      <a:pt x="2735" y="4400"/>
                      <a:pt x="3226" y="4208"/>
                      <a:pt x="3607" y="3890"/>
                    </a:cubicBezTo>
                    <a:lnTo>
                      <a:pt x="4459" y="4741"/>
                    </a:lnTo>
                    <a:cubicBezTo>
                      <a:pt x="4498" y="4780"/>
                      <a:pt x="4549" y="4800"/>
                      <a:pt x="4600" y="4800"/>
                    </a:cubicBezTo>
                    <a:cubicBezTo>
                      <a:pt x="4651" y="4800"/>
                      <a:pt x="4702" y="4780"/>
                      <a:pt x="4741" y="4741"/>
                    </a:cubicBezTo>
                    <a:cubicBezTo>
                      <a:pt x="4820" y="4663"/>
                      <a:pt x="4820" y="4537"/>
                      <a:pt x="4741" y="4458"/>
                    </a:cubicBezTo>
                    <a:close/>
                    <a:moveTo>
                      <a:pt x="1267" y="3134"/>
                    </a:moveTo>
                    <a:cubicBezTo>
                      <a:pt x="1267" y="2618"/>
                      <a:pt x="1685" y="2200"/>
                      <a:pt x="2200" y="2200"/>
                    </a:cubicBezTo>
                    <a:cubicBezTo>
                      <a:pt x="1869" y="2200"/>
                      <a:pt x="1600" y="1932"/>
                      <a:pt x="1600" y="1600"/>
                    </a:cubicBezTo>
                    <a:cubicBezTo>
                      <a:pt x="1600" y="1269"/>
                      <a:pt x="1869" y="1000"/>
                      <a:pt x="2200" y="1000"/>
                    </a:cubicBezTo>
                    <a:cubicBezTo>
                      <a:pt x="2531" y="1000"/>
                      <a:pt x="2800" y="1269"/>
                      <a:pt x="2800" y="1600"/>
                    </a:cubicBezTo>
                    <a:cubicBezTo>
                      <a:pt x="2800" y="1932"/>
                      <a:pt x="2531" y="2200"/>
                      <a:pt x="2200" y="2200"/>
                    </a:cubicBezTo>
                    <a:cubicBezTo>
                      <a:pt x="2715" y="2200"/>
                      <a:pt x="3133" y="2618"/>
                      <a:pt x="3133" y="3134"/>
                    </a:cubicBezTo>
                    <a:lnTo>
                      <a:pt x="1267" y="313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TextBox 25"/>
              <p:cNvSpPr txBox="true"/>
              <p:nvPr/>
            </p:nvSpPr>
            <p:spPr>
              <a:xfrm flipH="false" flipV="false" rot="0">
                <a:off x="4613871" y="4201882"/>
                <a:ext cx="2964259" cy="962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团队协作是一项需要持续修炼的技能。定期组织复盘会议，总结经验教训，不断优化协作流程。</a:t>
                </a:r>
                <a:endParaRPr lang="en-US" sz="1100"/>
              </a:p>
            </p:txBody>
          </p:sp>
          <p:sp>
            <p:nvSpPr>
              <p:cNvPr id="26" name="TextBox 26"/>
              <p:cNvSpPr txBox="true"/>
              <p:nvPr/>
            </p:nvSpPr>
            <p:spPr>
              <a:xfrm flipH="false" flipV="false" rot="0">
                <a:off x="4613871" y="3646493"/>
                <a:ext cx="2964259" cy="4732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持续学习与复盘</a:t>
                </a:r>
                <a:endParaRPr lang="en-US" sz="1100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flipH="false" flipV="false" rot="0">
              <a:off x="8554641" y="1301750"/>
              <a:ext cx="2964259" cy="3863040"/>
              <a:chOff x="8554641" y="1301750"/>
              <a:chExt cx="2964259" cy="3863040"/>
            </a:xfrm>
          </p:grpSpPr>
          <p:sp>
            <p:nvSpPr>
              <p:cNvPr id="28" name="TextBox 28"/>
              <p:cNvSpPr txBox="true"/>
              <p:nvPr/>
            </p:nvSpPr>
            <p:spPr>
              <a:xfrm flipH="false" flipV="false" rot="0">
                <a:off x="9675019" y="1301750"/>
                <a:ext cx="892176" cy="892176"/>
              </a:xfrm>
              <a:prstGeom prst="ellipse">
                <a:avLst/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anchor="ctr" anchorCtr="false" bIns="45720" lIns="91440" rIns="91440" rtlCol="false" tIns="45720" vert="horz" wrap="square"/>
              <a:lstStyle/>
              <a:p>
                <a:pPr algn="ctr">
                  <a:defRPr/>
                </a:pPr>
                <a:r>
                  <a:rPr b="true" i="true" lang="en-US" sz="200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29" name="AutoShape 29"/>
              <p:cNvSpPr/>
              <p:nvPr/>
            </p:nvSpPr>
            <p:spPr>
              <a:xfrm flipH="false" flipV="false" rot="0">
                <a:off x="10975974" y="2554289"/>
                <a:ext cx="542926" cy="542926"/>
              </a:xfrm>
              <a:prstGeom prst="ellipse">
                <a:avLst/>
              </a:prstGeom>
              <a:solidFill>
                <a:srgbClr val="299777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 flipH="false" flipV="false" rot="0">
                <a:off x="11125200" y="2715341"/>
                <a:ext cx="244474" cy="220822"/>
              </a:xfrm>
              <a:custGeom>
                <a:rect b="b" l="l" r="r" t="t"/>
                <a:pathLst>
                  <a:path h="550128" w="609050">
                    <a:moveTo>
                      <a:pt x="0" y="411255"/>
                    </a:moveTo>
                    <a:cubicBezTo>
                      <a:pt x="7974" y="416611"/>
                      <a:pt x="16529" y="421677"/>
                      <a:pt x="25953" y="426310"/>
                    </a:cubicBezTo>
                    <a:cubicBezTo>
                      <a:pt x="73656" y="450194"/>
                      <a:pt x="136583" y="463367"/>
                      <a:pt x="202989" y="463367"/>
                    </a:cubicBezTo>
                    <a:cubicBezTo>
                      <a:pt x="208644" y="463367"/>
                      <a:pt x="214154" y="463222"/>
                      <a:pt x="219808" y="462933"/>
                    </a:cubicBezTo>
                    <a:cubicBezTo>
                      <a:pt x="227783" y="483054"/>
                      <a:pt x="238657" y="501583"/>
                      <a:pt x="251707" y="518375"/>
                    </a:cubicBezTo>
                    <a:cubicBezTo>
                      <a:pt x="236193" y="520256"/>
                      <a:pt x="219953" y="521125"/>
                      <a:pt x="202989" y="521125"/>
                    </a:cubicBezTo>
                    <a:cubicBezTo>
                      <a:pt x="86850" y="521125"/>
                      <a:pt x="0" y="475382"/>
                      <a:pt x="0" y="434416"/>
                    </a:cubicBezTo>
                    <a:close/>
                    <a:moveTo>
                      <a:pt x="0" y="295387"/>
                    </a:moveTo>
                    <a:cubicBezTo>
                      <a:pt x="7976" y="300746"/>
                      <a:pt x="16533" y="305816"/>
                      <a:pt x="25960" y="310451"/>
                    </a:cubicBezTo>
                    <a:cubicBezTo>
                      <a:pt x="73675" y="334350"/>
                      <a:pt x="136617" y="347531"/>
                      <a:pt x="203040" y="347531"/>
                    </a:cubicBezTo>
                    <a:cubicBezTo>
                      <a:pt x="203621" y="347531"/>
                      <a:pt x="204201" y="347531"/>
                      <a:pt x="204781" y="347531"/>
                    </a:cubicBezTo>
                    <a:cubicBezTo>
                      <a:pt x="203621" y="356946"/>
                      <a:pt x="203040" y="366651"/>
                      <a:pt x="203040" y="376355"/>
                    </a:cubicBezTo>
                    <a:cubicBezTo>
                      <a:pt x="203040" y="386205"/>
                      <a:pt x="203621" y="395909"/>
                      <a:pt x="204781" y="405469"/>
                    </a:cubicBezTo>
                    <a:cubicBezTo>
                      <a:pt x="204201" y="405469"/>
                      <a:pt x="203621" y="405469"/>
                      <a:pt x="203040" y="405469"/>
                    </a:cubicBezTo>
                    <a:cubicBezTo>
                      <a:pt x="86872" y="405469"/>
                      <a:pt x="0" y="359553"/>
                      <a:pt x="0" y="318562"/>
                    </a:cubicBezTo>
                    <a:close/>
                    <a:moveTo>
                      <a:pt x="435036" y="202593"/>
                    </a:moveTo>
                    <a:cubicBezTo>
                      <a:pt x="530889" y="202593"/>
                      <a:pt x="609050" y="280644"/>
                      <a:pt x="609050" y="376361"/>
                    </a:cubicBezTo>
                    <a:cubicBezTo>
                      <a:pt x="609050" y="472222"/>
                      <a:pt x="530889" y="550128"/>
                      <a:pt x="435036" y="550128"/>
                    </a:cubicBezTo>
                    <a:cubicBezTo>
                      <a:pt x="389792" y="550128"/>
                      <a:pt x="348754" y="532896"/>
                      <a:pt x="317721" y="504659"/>
                    </a:cubicBezTo>
                    <a:cubicBezTo>
                      <a:pt x="302785" y="491192"/>
                      <a:pt x="290314" y="474974"/>
                      <a:pt x="280888" y="457018"/>
                    </a:cubicBezTo>
                    <a:cubicBezTo>
                      <a:pt x="271897" y="439930"/>
                      <a:pt x="265517" y="421106"/>
                      <a:pt x="262761" y="401267"/>
                    </a:cubicBezTo>
                    <a:cubicBezTo>
                      <a:pt x="261601" y="393158"/>
                      <a:pt x="261021" y="384904"/>
                      <a:pt x="261021" y="376361"/>
                    </a:cubicBezTo>
                    <a:cubicBezTo>
                      <a:pt x="261021" y="365210"/>
                      <a:pt x="262036" y="354350"/>
                      <a:pt x="264067" y="343634"/>
                    </a:cubicBezTo>
                    <a:cubicBezTo>
                      <a:pt x="268417" y="320755"/>
                      <a:pt x="277408" y="299324"/>
                      <a:pt x="290024" y="280499"/>
                    </a:cubicBezTo>
                    <a:cubicBezTo>
                      <a:pt x="316126" y="241256"/>
                      <a:pt x="357599" y="213309"/>
                      <a:pt x="405888" y="205055"/>
                    </a:cubicBezTo>
                    <a:cubicBezTo>
                      <a:pt x="415314" y="203462"/>
                      <a:pt x="425030" y="202593"/>
                      <a:pt x="435036" y="202593"/>
                    </a:cubicBezTo>
                    <a:close/>
                    <a:moveTo>
                      <a:pt x="0" y="179589"/>
                    </a:moveTo>
                    <a:cubicBezTo>
                      <a:pt x="7975" y="184945"/>
                      <a:pt x="16530" y="190011"/>
                      <a:pt x="25955" y="194643"/>
                    </a:cubicBezTo>
                    <a:cubicBezTo>
                      <a:pt x="73661" y="218527"/>
                      <a:pt x="136592" y="231699"/>
                      <a:pt x="203003" y="231699"/>
                    </a:cubicBezTo>
                    <a:cubicBezTo>
                      <a:pt x="221128" y="231699"/>
                      <a:pt x="238963" y="230686"/>
                      <a:pt x="256364" y="228804"/>
                    </a:cubicBezTo>
                    <a:cubicBezTo>
                      <a:pt x="241284" y="246754"/>
                      <a:pt x="228958" y="267164"/>
                      <a:pt x="219968" y="289166"/>
                    </a:cubicBezTo>
                    <a:cubicBezTo>
                      <a:pt x="214458" y="289455"/>
                      <a:pt x="208658" y="289600"/>
                      <a:pt x="203003" y="289600"/>
                    </a:cubicBezTo>
                    <a:cubicBezTo>
                      <a:pt x="86856" y="289600"/>
                      <a:pt x="0" y="243714"/>
                      <a:pt x="0" y="202749"/>
                    </a:cubicBezTo>
                    <a:close/>
                    <a:moveTo>
                      <a:pt x="203017" y="0"/>
                    </a:moveTo>
                    <a:cubicBezTo>
                      <a:pt x="315140" y="0"/>
                      <a:pt x="406034" y="38907"/>
                      <a:pt x="406034" y="86902"/>
                    </a:cubicBezTo>
                    <a:cubicBezTo>
                      <a:pt x="406034" y="134897"/>
                      <a:pt x="315140" y="173804"/>
                      <a:pt x="203017" y="173804"/>
                    </a:cubicBezTo>
                    <a:cubicBezTo>
                      <a:pt x="90894" y="173804"/>
                      <a:pt x="0" y="134897"/>
                      <a:pt x="0" y="86902"/>
                    </a:cubicBezTo>
                    <a:cubicBezTo>
                      <a:pt x="0" y="38907"/>
                      <a:pt x="90894" y="0"/>
                      <a:pt x="203017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TextBox 31"/>
              <p:cNvSpPr txBox="true"/>
              <p:nvPr/>
            </p:nvSpPr>
            <p:spPr>
              <a:xfrm flipH="false" flipV="false" rot="0">
                <a:off x="8554641" y="4201882"/>
                <a:ext cx="2964259" cy="96290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t" anchorCtr="true" bIns="45720" lIns="91440" rIns="91440" rtlCol="false" tIns="45720" vert="horz" wrap="square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b="false" i="false" lang="en-US" sz="12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高效协作的核心在于建立信任、明确目标、有效沟通和共享成果。让我们以此为基石，携手共创更大价值！</a:t>
                </a:r>
                <a:endParaRPr lang="en-US" sz="1100"/>
              </a:p>
            </p:txBody>
          </p:sp>
          <p:sp>
            <p:nvSpPr>
              <p:cNvPr id="32" name="TextBox 32"/>
              <p:cNvSpPr txBox="true"/>
              <p:nvPr/>
            </p:nvSpPr>
            <p:spPr>
              <a:xfrm flipH="false" flipV="false" rot="0">
                <a:off x="8554641" y="3646493"/>
                <a:ext cx="2964259" cy="47329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anchor="b" anchorCtr="true" bIns="45720" lIns="91440" rIns="91440" rtlCol="false" tIns="45720" vert="horz" wrap="square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b="true" i="false" lang="en-US" sz="1800">
                    <a:ln/>
                    <a:solidFill>
                      <a:srgbClr val="2F2F2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总结核心理念</a:t>
                </a:r>
                <a:endParaRPr lang="en-US" sz="1100"/>
              </a:p>
            </p:txBody>
          </p:sp>
        </p:grpSp>
      </p:grpSp>
      <p:sp>
        <p:nvSpPr>
          <p:cNvPr id="33" name="TextBox 33"/>
          <p:cNvSpPr txBox="true"/>
          <p:nvPr/>
        </p:nvSpPr>
        <p:spPr>
          <a:xfrm flipH="false" flipV="false" rot="0"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b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28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行动计划与总结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true"/>
          <p:nvPr/>
        </p:nvSpPr>
        <p:spPr>
          <a:xfrm flipH="false" flipV="false" rot="0">
            <a:off x="1282701" y="1320800"/>
            <a:ext cx="5867399" cy="296940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b="true" i="false" lang="en-US" sz="6000">
                <a:ln w="19050"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true"/>
          <p:nvPr/>
        </p:nvSpPr>
        <p:spPr>
          <a:xfrm flipH="false" flipV="false" rot="0">
            <a:off x="1282701" y="5319674"/>
            <a:ext cx="3949699" cy="34551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0000" rIns="91440" rtlCol="false" tIns="45720" vert="horz" wrap="squar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报告人名称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1282701" y="5687572"/>
            <a:ext cx="3949699" cy="34551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ctr" anchorCtr="false" bIns="45720" lIns="91440" rIns="91440" rtlCol="false" tIns="45720" vert="horz" wrap="none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b="false" i="false" lang="en-US" sz="1200">
                <a:ln/>
                <a:solidFill>
                  <a:srgbClr val="2F2F2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a8a94b4-f8db-4633-a7be-08649555458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